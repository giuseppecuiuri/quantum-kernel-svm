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</p:sldMasterIdLst>
  <p:notesMasterIdLst>
    <p:notesMasterId r:id="rId15"/>
  </p:notesMasterIdLst>
  <p:sldIdLst>
    <p:sldId id="256" r:id="rId2"/>
    <p:sldId id="257" r:id="rId3"/>
    <p:sldId id="277" r:id="rId4"/>
    <p:sldId id="301" r:id="rId5"/>
    <p:sldId id="302" r:id="rId6"/>
    <p:sldId id="303" r:id="rId7"/>
    <p:sldId id="283" r:id="rId8"/>
    <p:sldId id="304" r:id="rId9"/>
    <p:sldId id="305" r:id="rId10"/>
    <p:sldId id="306" r:id="rId11"/>
    <p:sldId id="307" r:id="rId12"/>
    <p:sldId id="308" r:id="rId13"/>
    <p:sldId id="309" r:id="rId14"/>
  </p:sldIdLst>
  <p:sldSz cx="9144000" cy="5143500" type="screen16x9"/>
  <p:notesSz cx="6858000" cy="9144000"/>
  <p:embeddedFontLst>
    <p:embeddedFont>
      <p:font typeface="Gowun Batang" panose="020B0604020202020204" charset="-127"/>
      <p:regular r:id="rId16"/>
      <p:bold r:id="rId17"/>
    </p:embeddedFont>
    <p:embeddedFont>
      <p:font typeface="Cambria Math" panose="02040503050406030204" pitchFamily="18" charset="0"/>
      <p:regular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Light" panose="020B0604020202020204" charset="0"/>
      <p:regular r:id="rId23"/>
      <p:bold r:id="rId24"/>
      <p:italic r:id="rId25"/>
      <p:boldItalic r:id="rId26"/>
    </p:embeddedFont>
    <p:embeddedFont>
      <p:font typeface="Inter Medium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E1DC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presProps" Target="presProp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6af7bedfd1_0_2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6af7bedfd1_0_2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6af7bedfd1_0_2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6af7bedfd1_0_2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g36af7bedfd1_0_3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8" name="Google Shape;2348;g36af7bedfd1_0_3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808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C53A132B-B868-47D5-E8A7-EAACABB1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g36af7bedfd1_0_3296:notes">
            <a:extLst>
              <a:ext uri="{FF2B5EF4-FFF2-40B4-BE49-F238E27FC236}">
                <a16:creationId xmlns:a16="http://schemas.microsoft.com/office/drawing/2014/main" id="{DE6E2C94-66C8-05CA-D980-DE2F13F1F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8" name="Google Shape;2348;g36af7bedfd1_0_3296:notes">
            <a:extLst>
              <a:ext uri="{FF2B5EF4-FFF2-40B4-BE49-F238E27FC236}">
                <a16:creationId xmlns:a16="http://schemas.microsoft.com/office/drawing/2014/main" id="{BB0D00D6-0CFF-9082-823D-CECCE64A1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541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>
          <a:extLst>
            <a:ext uri="{FF2B5EF4-FFF2-40B4-BE49-F238E27FC236}">
              <a16:creationId xmlns:a16="http://schemas.microsoft.com/office/drawing/2014/main" id="{BB836553-A6B7-7E5C-18C8-9D94D6B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6af7bedfd1_0_2387:notes">
            <a:extLst>
              <a:ext uri="{FF2B5EF4-FFF2-40B4-BE49-F238E27FC236}">
                <a16:creationId xmlns:a16="http://schemas.microsoft.com/office/drawing/2014/main" id="{877707AE-DF44-FB6F-1FD2-78585DAA8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6af7bedfd1_0_2387:notes">
            <a:extLst>
              <a:ext uri="{FF2B5EF4-FFF2-40B4-BE49-F238E27FC236}">
                <a16:creationId xmlns:a16="http://schemas.microsoft.com/office/drawing/2014/main" id="{09A3C62A-A189-CAC3-CAD8-DE7197D03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8808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>
          <a:extLst>
            <a:ext uri="{FF2B5EF4-FFF2-40B4-BE49-F238E27FC236}">
              <a16:creationId xmlns:a16="http://schemas.microsoft.com/office/drawing/2014/main" id="{DB646760-D6AE-3699-362B-43AD50A9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6af7bedfd1_0_2387:notes">
            <a:extLst>
              <a:ext uri="{FF2B5EF4-FFF2-40B4-BE49-F238E27FC236}">
                <a16:creationId xmlns:a16="http://schemas.microsoft.com/office/drawing/2014/main" id="{22D7D098-25B5-0634-1665-3A046482A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6af7bedfd1_0_2387:notes">
            <a:extLst>
              <a:ext uri="{FF2B5EF4-FFF2-40B4-BE49-F238E27FC236}">
                <a16:creationId xmlns:a16="http://schemas.microsoft.com/office/drawing/2014/main" id="{15B48D5C-B37A-824D-2208-4C0E2BB5E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875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g36af7bedfd1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8" name="Google Shape;2548;g36af7bedfd1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607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>
          <a:extLst>
            <a:ext uri="{FF2B5EF4-FFF2-40B4-BE49-F238E27FC236}">
              <a16:creationId xmlns:a16="http://schemas.microsoft.com/office/drawing/2014/main" id="{7B157769-81E6-0A7A-9C00-32D8934C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6af7bedfd1_0_2501:notes">
            <a:extLst>
              <a:ext uri="{FF2B5EF4-FFF2-40B4-BE49-F238E27FC236}">
                <a16:creationId xmlns:a16="http://schemas.microsoft.com/office/drawing/2014/main" id="{F3AE7CE5-8CDC-2748-2E92-769972873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6af7bedfd1_0_2501:notes">
            <a:extLst>
              <a:ext uri="{FF2B5EF4-FFF2-40B4-BE49-F238E27FC236}">
                <a16:creationId xmlns:a16="http://schemas.microsoft.com/office/drawing/2014/main" id="{EE875252-45B7-854B-25CA-D787003DF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537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>
          <a:extLst>
            <a:ext uri="{FF2B5EF4-FFF2-40B4-BE49-F238E27FC236}">
              <a16:creationId xmlns:a16="http://schemas.microsoft.com/office/drawing/2014/main" id="{66F6E9B8-DD0B-9007-71A5-CE3F8C02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6af7bedfd1_0_2387:notes">
            <a:extLst>
              <a:ext uri="{FF2B5EF4-FFF2-40B4-BE49-F238E27FC236}">
                <a16:creationId xmlns:a16="http://schemas.microsoft.com/office/drawing/2014/main" id="{EE3C63F1-21A1-0D34-7A15-A0628E3DB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6af7bedfd1_0_2387:notes">
            <a:extLst>
              <a:ext uri="{FF2B5EF4-FFF2-40B4-BE49-F238E27FC236}">
                <a16:creationId xmlns:a16="http://schemas.microsoft.com/office/drawing/2014/main" id="{D1E9B80D-329B-5F6F-40EE-DE4AF55B1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2839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>
          <a:extLst>
            <a:ext uri="{FF2B5EF4-FFF2-40B4-BE49-F238E27FC236}">
              <a16:creationId xmlns:a16="http://schemas.microsoft.com/office/drawing/2014/main" id="{7CF61707-D23B-428A-526E-F1C1054D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36af7bedfd1_0_2573:notes">
            <a:extLst>
              <a:ext uri="{FF2B5EF4-FFF2-40B4-BE49-F238E27FC236}">
                <a16:creationId xmlns:a16="http://schemas.microsoft.com/office/drawing/2014/main" id="{728A9CDC-CEBF-1E62-8BA4-65C0B09D3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36af7bedfd1_0_2573:notes">
            <a:extLst>
              <a:ext uri="{FF2B5EF4-FFF2-40B4-BE49-F238E27FC236}">
                <a16:creationId xmlns:a16="http://schemas.microsoft.com/office/drawing/2014/main" id="{1DDE8381-9E7D-1396-28DF-A472A2A52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90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>
          <a:extLst>
            <a:ext uri="{FF2B5EF4-FFF2-40B4-BE49-F238E27FC236}">
              <a16:creationId xmlns:a16="http://schemas.microsoft.com/office/drawing/2014/main" id="{EDD520E8-4473-2C8C-2B1A-8E704158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36af7bedfd1_0_2573:notes">
            <a:extLst>
              <a:ext uri="{FF2B5EF4-FFF2-40B4-BE49-F238E27FC236}">
                <a16:creationId xmlns:a16="http://schemas.microsoft.com/office/drawing/2014/main" id="{62A336AE-BD3F-3545-471A-4F6CCEEA0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36af7bedfd1_0_2573:notes">
            <a:extLst>
              <a:ext uri="{FF2B5EF4-FFF2-40B4-BE49-F238E27FC236}">
                <a16:creationId xmlns:a16="http://schemas.microsoft.com/office/drawing/2014/main" id="{3474C2E9-F01A-DB94-FE91-EEF27CC18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468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>
          <a:extLst>
            <a:ext uri="{FF2B5EF4-FFF2-40B4-BE49-F238E27FC236}">
              <a16:creationId xmlns:a16="http://schemas.microsoft.com/office/drawing/2014/main" id="{C315C39B-6280-B962-BD46-1D77D2BA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6af7bedfd1_0_2387:notes">
            <a:extLst>
              <a:ext uri="{FF2B5EF4-FFF2-40B4-BE49-F238E27FC236}">
                <a16:creationId xmlns:a16="http://schemas.microsoft.com/office/drawing/2014/main" id="{67803524-4659-F681-61FE-78C37A87F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6af7bedfd1_0_2387:notes">
            <a:extLst>
              <a:ext uri="{FF2B5EF4-FFF2-40B4-BE49-F238E27FC236}">
                <a16:creationId xmlns:a16="http://schemas.microsoft.com/office/drawing/2014/main" id="{A7D14515-4EB5-C436-BC9F-A343E7C28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4992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6">
          <a:extLst>
            <a:ext uri="{FF2B5EF4-FFF2-40B4-BE49-F238E27FC236}">
              <a16:creationId xmlns:a16="http://schemas.microsoft.com/office/drawing/2014/main" id="{6903E6EB-E225-9752-041A-1D4F010B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6af7bedfd1_0_3328:notes">
            <a:extLst>
              <a:ext uri="{FF2B5EF4-FFF2-40B4-BE49-F238E27FC236}">
                <a16:creationId xmlns:a16="http://schemas.microsoft.com/office/drawing/2014/main" id="{DE94B1E5-8A4F-6FF5-F5B3-19534A2A52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36af7bedfd1_0_3328:notes">
            <a:extLst>
              <a:ext uri="{FF2B5EF4-FFF2-40B4-BE49-F238E27FC236}">
                <a16:creationId xmlns:a16="http://schemas.microsoft.com/office/drawing/2014/main" id="{5CF24E0F-0CA0-ECDD-F80D-DA7D1053A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4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ALT 1" type="blank">
  <p:cSld name="BLANK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2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spcFirstLastPara="1" wrap="square" lIns="274300" tIns="91425" rIns="274300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3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4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3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2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4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5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6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7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8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9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ecutive Team Intro - ALT 1">
  <p:cSld name="BLANK_1_4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>
            <a:spLocks noGrp="1"/>
          </p:cNvSpPr>
          <p:nvPr>
            <p:ph type="subTitle" idx="1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ubTitle" idx="2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3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4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subTitle" idx="5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ubTitle" idx="6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ubTitle" idx="7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8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9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subTitle" idx="1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subTitle" idx="14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subTitle" idx="15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title" idx="16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84" name="Google Shape;84;p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6"/>
          <p:cNvSpPr txBox="1">
            <a:spLocks noGrp="1"/>
          </p:cNvSpPr>
          <p:nvPr>
            <p:ph type="title" idx="17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subTitle" idx="18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88" name="Google Shape;88;p6"/>
          <p:cNvSpPr>
            <a:spLocks noGrp="1"/>
          </p:cNvSpPr>
          <p:nvPr>
            <p:ph type="pic" idx="19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>
            <a:spLocks noGrp="1"/>
          </p:cNvSpPr>
          <p:nvPr>
            <p:ph type="pic" idx="20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>
            <a:spLocks noGrp="1"/>
          </p:cNvSpPr>
          <p:nvPr>
            <p:ph type="pic" idx="21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>
            <a:spLocks noGrp="1"/>
          </p:cNvSpPr>
          <p:nvPr>
            <p:ph type="pic" idx="22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>
            <a:spLocks noGrp="1"/>
          </p:cNvSpPr>
          <p:nvPr>
            <p:ph type="pic" idx="23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>
            <a:spLocks noGrp="1"/>
          </p:cNvSpPr>
          <p:nvPr>
            <p:ph type="pic" idx="24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>
            <a:spLocks noGrp="1"/>
          </p:cNvSpPr>
          <p:nvPr>
            <p:ph type="pic" idx="25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6"/>
          <p:cNvSpPr>
            <a:spLocks noGrp="1"/>
          </p:cNvSpPr>
          <p:nvPr>
            <p:ph type="pic" idx="26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6"/>
          <p:cNvSpPr>
            <a:spLocks noGrp="1"/>
          </p:cNvSpPr>
          <p:nvPr>
            <p:ph type="pic" idx="27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"/>
          <p:cNvSpPr>
            <a:spLocks noGrp="1"/>
          </p:cNvSpPr>
          <p:nvPr>
            <p:ph type="pic" idx="28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ilestones">
  <p:cSld name="BLANK_1_2_1"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>
            <a:spLocks noGrp="1"/>
          </p:cNvSpPr>
          <p:nvPr>
            <p:ph type="body" idx="1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body" idx="2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3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subTitle" idx="4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ubTitle" idx="5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6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subTitle" idx="7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8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subTitle" idx="9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13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14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spcFirstLastPara="1" wrap="square" lIns="182875" tIns="0" rIns="182875" bIns="1463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subTitle" idx="15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ubTitle" idx="16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body" idx="17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spcFirstLastPara="1" wrap="square" lIns="182875" tIns="0" rIns="182875" bIns="1463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ubTitle" idx="18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9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20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17" name="Google Shape;117;p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7"/>
          <p:cNvSpPr txBox="1">
            <a:spLocks noGrp="1"/>
          </p:cNvSpPr>
          <p:nvPr>
            <p:ph type="title" idx="21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spcFirstLastPara="1" wrap="square" lIns="182875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title" idx="22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spcFirstLastPara="1" wrap="square" lIns="182875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23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subTitle" idx="24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ubTitle" idx="25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subTitle" idx="26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spcFirstLastPara="1" wrap="square" lIns="182875" tIns="0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27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Y Revenew Growth - ALT 1">
  <p:cSld name="BLANK_1_1_1_1_1_1_1_1_2_1_1">
    <p:bg>
      <p:bgPr>
        <a:solidFill>
          <a:schemeClr val="lt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8" name="Google Shape;128;p8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8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3" name="Google Shape;133;p8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body" idx="4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spcFirstLastPara="1" wrap="square" lIns="182875" tIns="0" rIns="91425" bIns="1463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5" name="Google Shape;135;p8"/>
          <p:cNvSpPr txBox="1">
            <a:spLocks noGrp="1"/>
          </p:cNvSpPr>
          <p:nvPr>
            <p:ph type="title" idx="5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36" name="Google Shape;136;p8"/>
          <p:cNvSpPr txBox="1">
            <a:spLocks noGrp="1"/>
          </p:cNvSpPr>
          <p:nvPr>
            <p:ph type="subTitle" idx="6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8"/>
          <p:cNvSpPr txBox="1">
            <a:spLocks noGrp="1"/>
          </p:cNvSpPr>
          <p:nvPr>
            <p:ph type="subTitle" idx="7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title" idx="8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title" idx="9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title" idx="13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title" idx="14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title" idx="15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title" idx="16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subTitle" idx="17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145" name="Google Shape;145;p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8"/>
          <p:cNvSpPr txBox="1">
            <a:spLocks noGrp="1"/>
          </p:cNvSpPr>
          <p:nvPr>
            <p:ph type="subTitle" idx="18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47" name="Google Shape;147;p8"/>
          <p:cNvSpPr txBox="1">
            <a:spLocks noGrp="1"/>
          </p:cNvSpPr>
          <p:nvPr>
            <p:ph type="subTitle" idx="19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48" name="Google Shape;148;p8"/>
          <p:cNvSpPr txBox="1">
            <a:spLocks noGrp="1"/>
          </p:cNvSpPr>
          <p:nvPr>
            <p:ph type="subTitle" idx="20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subTitle" idx="21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subTitle" idx="22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51" name="Google Shape;151;p8"/>
          <p:cNvSpPr txBox="1">
            <a:spLocks noGrp="1"/>
          </p:cNvSpPr>
          <p:nvPr>
            <p:ph type="subTitle" idx="23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52" name="Google Shape;152;p8"/>
          <p:cNvSpPr txBox="1">
            <a:spLocks noGrp="1"/>
          </p:cNvSpPr>
          <p:nvPr>
            <p:ph type="subTitle" idx="24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">
  <p:cSld name="BLANK_1_1_1_1_1_1_1_2_3">
    <p:bg>
      <p:bgPr>
        <a:solidFill>
          <a:schemeClr val="lt2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06" name="Google Shape;306;p1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7" name="Google Shape;307;p14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9" name="Google Shape;309;p14"/>
          <p:cNvSpPr txBox="1">
            <a:spLocks noGrp="1"/>
          </p:cNvSpPr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310" name="Google Shape;310;p1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p1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p14"/>
          <p:cNvSpPr txBox="1">
            <a:spLocks noGrp="1"/>
          </p:cNvSpPr>
          <p:nvPr>
            <p:ph type="subTitle" idx="1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3">
  <p:cSld name="BLANK_1_1_1_1_1_1_1_1_1_1_1_2_1">
    <p:bg>
      <p:bgPr>
        <a:solidFill>
          <a:schemeClr val="dk2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 txBox="1">
            <a:spLocks noGrp="1"/>
          </p:cNvSpPr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508" name="Google Shape;508;p23"/>
          <p:cNvSpPr txBox="1">
            <a:spLocks noGrp="1"/>
          </p:cNvSpPr>
          <p:nvPr>
            <p:ph type="title" idx="2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509" name="Google Shape;509;p23"/>
          <p:cNvSpPr txBox="1">
            <a:spLocks noGrp="1"/>
          </p:cNvSpPr>
          <p:nvPr>
            <p:ph type="title" idx="3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510" name="Google Shape;510;p23"/>
          <p:cNvSpPr txBox="1">
            <a:spLocks noGrp="1"/>
          </p:cNvSpPr>
          <p:nvPr>
            <p:ph type="title" idx="4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511" name="Google Shape;511;p23"/>
          <p:cNvSpPr txBox="1">
            <a:spLocks noGrp="1"/>
          </p:cNvSpPr>
          <p:nvPr>
            <p:ph type="subTitle" idx="1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12" name="Google Shape;512;p23"/>
          <p:cNvSpPr txBox="1">
            <a:spLocks noGrp="1"/>
          </p:cNvSpPr>
          <p:nvPr>
            <p:ph type="body" idx="5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3" name="Google Shape;513;p23"/>
          <p:cNvSpPr txBox="1">
            <a:spLocks noGrp="1"/>
          </p:cNvSpPr>
          <p:nvPr>
            <p:ph type="subTitle" idx="6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14" name="Google Shape;514;p23"/>
          <p:cNvSpPr txBox="1">
            <a:spLocks noGrp="1"/>
          </p:cNvSpPr>
          <p:nvPr>
            <p:ph type="subTitle" idx="7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15" name="Google Shape;515;p23"/>
          <p:cNvSpPr txBox="1">
            <a:spLocks noGrp="1"/>
          </p:cNvSpPr>
          <p:nvPr>
            <p:ph type="body" idx="8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23"/>
          <p:cNvSpPr txBox="1">
            <a:spLocks noGrp="1"/>
          </p:cNvSpPr>
          <p:nvPr>
            <p:ph type="body" idx="9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23"/>
          <p:cNvSpPr txBox="1">
            <a:spLocks noGrp="1"/>
          </p:cNvSpPr>
          <p:nvPr>
            <p:ph type="subTitle" idx="13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18" name="Google Shape;518;p23"/>
          <p:cNvSpPr txBox="1">
            <a:spLocks noGrp="1"/>
          </p:cNvSpPr>
          <p:nvPr>
            <p:ph type="body" idx="14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23"/>
          <p:cNvSpPr txBox="1">
            <a:spLocks noGrp="1"/>
          </p:cNvSpPr>
          <p:nvPr>
            <p:ph type="subTitle" idx="15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520" name="Google Shape;520;p23"/>
          <p:cNvSpPr txBox="1">
            <a:spLocks noGrp="1"/>
          </p:cNvSpPr>
          <p:nvPr>
            <p:ph type="subTitle" idx="16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23"/>
          <p:cNvSpPr txBox="1">
            <a:spLocks noGrp="1"/>
          </p:cNvSpPr>
          <p:nvPr>
            <p:ph type="subTitle" idx="17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23"/>
          <p:cNvSpPr txBox="1">
            <a:spLocks noGrp="1"/>
          </p:cNvSpPr>
          <p:nvPr>
            <p:ph type="subTitle" idx="18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523" name="Google Shape;523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p23"/>
          <p:cNvSpPr txBox="1">
            <a:spLocks noGrp="1"/>
          </p:cNvSpPr>
          <p:nvPr>
            <p:ph type="title" idx="19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ing slide">
  <p:cSld name="CUSTOM_8">
    <p:bg>
      <p:bgPr>
        <a:solidFill>
          <a:schemeClr val="lt2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24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7" name="Google Shape;527;p24"/>
          <p:cNvSpPr txBox="1">
            <a:spLocks noGrp="1"/>
          </p:cNvSpPr>
          <p:nvPr>
            <p:ph type="subTitle" idx="1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528" name="Google Shape;528;p24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529" name="Google Shape;529;p24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530" name="Google Shape;530;p2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1" name="Google Shape;531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2" name="Google Shape;532;p2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5" name="Google Shape;535;p24"/>
          <p:cNvSpPr txBox="1">
            <a:spLocks noGrp="1"/>
          </p:cNvSpPr>
          <p:nvPr>
            <p:ph type="body" idx="4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spcFirstLastPara="1" wrap="square" lIns="274300" tIns="0" rIns="182875" bIns="0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536" name="Google Shape;536;p24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7" name="Google Shape;537;p24"/>
          <p:cNvSpPr>
            <a:spLocks noGrp="1"/>
          </p:cNvSpPr>
          <p:nvPr>
            <p:ph type="pic" idx="5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24"/>
          <p:cNvSpPr txBox="1">
            <a:spLocks noGrp="1"/>
          </p:cNvSpPr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">
  <p:cSld name="BLANK_4">
    <p:bg>
      <p:bgPr>
        <a:solidFill>
          <a:schemeClr val="lt1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2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2" name="Google Shape;542;p2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2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5" name="Google Shape;545;p2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6" name="Google Shape;546;p2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7" name="Google Shape;547;p2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48" name="Google Shape;548;p25"/>
          <p:cNvSpPr txBox="1">
            <a:spLocks noGrp="1"/>
          </p:cNvSpPr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25"/>
          <p:cNvSpPr txBox="1">
            <a:spLocks noGrp="1"/>
          </p:cNvSpPr>
          <p:nvPr>
            <p:ph type="subTitle" idx="1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_1_1_1_1_1_1_1_1_1_1">
    <p:bg>
      <p:bgPr>
        <a:solidFill>
          <a:schemeClr val="lt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6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3" name="Google Shape;553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7" name="Google Shape;557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1" name="Google Shape;561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5" name="Google Shape;565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26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9" name="Google Shape;569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26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3" name="Google Shape;573;p2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2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6" name="Google Shape;576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7" name="Google Shape;577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9" name="Google Shape;579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0" name="Google Shape;580;p26"/>
          <p:cNvSpPr txBox="1">
            <a:spLocks noGrp="1"/>
          </p:cNvSpPr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cxnSp>
        <p:nvCxnSpPr>
          <p:cNvPr id="581" name="Google Shape;581;p26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2" name="Google Shape;582;p26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3" name="Google Shape;583;p26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4" name="Google Shape;584;p26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5" name="Google Shape;585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6" name="Google Shape;586;p26"/>
          <p:cNvSpPr txBox="1">
            <a:spLocks noGrp="1"/>
          </p:cNvSpPr>
          <p:nvPr>
            <p:ph type="subTitle" idx="1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587" name="Google Shape;587;p26"/>
          <p:cNvSpPr txBox="1">
            <a:spLocks noGrp="1"/>
          </p:cNvSpPr>
          <p:nvPr>
            <p:ph type="subTitle" idx="2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588" name="Google Shape;588;p26"/>
          <p:cNvSpPr txBox="1">
            <a:spLocks noGrp="1"/>
          </p:cNvSpPr>
          <p:nvPr>
            <p:ph type="subTitle" idx="3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589" name="Google Shape;589;p26"/>
          <p:cNvSpPr txBox="1">
            <a:spLocks noGrp="1"/>
          </p:cNvSpPr>
          <p:nvPr>
            <p:ph type="subTitle" idx="4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590" name="Google Shape;590;p26"/>
          <p:cNvSpPr txBox="1">
            <a:spLocks noGrp="1"/>
          </p:cNvSpPr>
          <p:nvPr>
            <p:ph type="subTitle" idx="5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591" name="Google Shape;591;p26"/>
          <p:cNvSpPr txBox="1">
            <a:spLocks noGrp="1"/>
          </p:cNvSpPr>
          <p:nvPr>
            <p:ph type="subTitle" idx="6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BLANK_1_1_3">
    <p:bg>
      <p:bgPr>
        <a:solidFill>
          <a:schemeClr val="lt2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7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95" name="Google Shape;595;p2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27"/>
          <p:cNvSpPr txBox="1">
            <a:spLocks noGrp="1"/>
          </p:cNvSpPr>
          <p:nvPr>
            <p:ph type="body" idx="1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spcFirstLastPara="1" wrap="square" lIns="274300" tIns="2743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598" name="Google Shape;598;p2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9" name="Google Shape;599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0" name="Google Shape;600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1" name="Google Shape;601;p2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2" name="Google Shape;602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3" name="Google Shape;603;p27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>
            <a:endParaRPr/>
          </a:p>
        </p:txBody>
      </p:sp>
      <p:cxnSp>
        <p:nvCxnSpPr>
          <p:cNvPr id="604" name="Google Shape;604;p27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bg>
      <p:bgPr>
        <a:solidFill>
          <a:schemeClr val="lt2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607" name="Google Shape;607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1">
  <p:cSld name="BLANK_1_6">
    <p:bg>
      <p:bgPr>
        <a:solidFill>
          <a:schemeClr val="lt2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614" name="Google Shape;614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5" name="Google Shape;615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8" name="Google Shape;618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9" name="Google Shape;619;p29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620" name="Google Shape;620;p29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621" name="Google Shape;621;p29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ALT 3">
  <p:cSld name="BLANK_3">
    <p:bg>
      <p:bgPr>
        <a:solidFill>
          <a:schemeClr val="dk2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0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30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5" name="Google Shape;625;p30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7" name="Google Shape;627;p30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8" name="Google Shape;628;p30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0" name="Google Shape;630;p30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31" name="Google Shape;631;p30"/>
          <p:cNvSpPr txBox="1">
            <a:spLocks noGrp="1"/>
          </p:cNvSpPr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2" name="Google Shape;632;p30"/>
          <p:cNvSpPr txBox="1">
            <a:spLocks noGrp="1"/>
          </p:cNvSpPr>
          <p:nvPr>
            <p:ph type="subTitle" idx="1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30"/>
          <p:cNvSpPr txBox="1">
            <a:spLocks noGrp="1"/>
          </p:cNvSpPr>
          <p:nvPr>
            <p:ph type="subTitle" idx="2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4" name="Google Shape;634;p30"/>
          <p:cNvSpPr txBox="1">
            <a:spLocks noGrp="1"/>
          </p:cNvSpPr>
          <p:nvPr>
            <p:ph type="subTitle" idx="3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5" name="Google Shape;635;p30"/>
          <p:cNvSpPr txBox="1">
            <a:spLocks noGrp="1"/>
          </p:cNvSpPr>
          <p:nvPr>
            <p:ph type="subTitle" idx="4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ALT 6">
  <p:cSld name="BLANK_2">
    <p:bg>
      <p:bgPr>
        <a:solidFill>
          <a:schemeClr val="dk2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31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8" name="Google Shape;638;p31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9" name="Google Shape;639;p31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0" name="Google Shape;640;p31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31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3" name="Google Shape;643;p31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4" name="Google Shape;644;p31"/>
          <p:cNvSpPr txBox="1">
            <a:spLocks noGrp="1"/>
          </p:cNvSpPr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5" name="Google Shape;645;p31"/>
          <p:cNvSpPr txBox="1">
            <a:spLocks noGrp="1"/>
          </p:cNvSpPr>
          <p:nvPr>
            <p:ph type="subTitle" idx="1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ALT 4">
  <p:cSld name="BLANK_2_2">
    <p:bg>
      <p:bgPr>
        <a:solidFill>
          <a:schemeClr val="dk2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>
            <a:spLocks noGrp="1"/>
          </p:cNvSpPr>
          <p:nvPr>
            <p:ph type="subTitle" idx="1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8" name="Google Shape;648;p32"/>
          <p:cNvSpPr txBox="1">
            <a:spLocks noGrp="1"/>
          </p:cNvSpPr>
          <p:nvPr>
            <p:ph type="subTitle" idx="2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9" name="Google Shape;649;p32"/>
          <p:cNvSpPr txBox="1">
            <a:spLocks noGrp="1"/>
          </p:cNvSpPr>
          <p:nvPr>
            <p:ph type="subTitle" idx="3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650" name="Google Shape;650;p32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6" name="Google Shape;656;p32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7" name="Google Shape;657;p32"/>
          <p:cNvSpPr txBox="1">
            <a:spLocks noGrp="1"/>
          </p:cNvSpPr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8" name="Google Shape;658;p32"/>
          <p:cNvSpPr txBox="1">
            <a:spLocks noGrp="1"/>
          </p:cNvSpPr>
          <p:nvPr>
            <p:ph type="subTitle" idx="4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5">
  <p:cSld name="BLANK_2_1">
    <p:bg>
      <p:bgPr>
        <a:solidFill>
          <a:schemeClr val="lt1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1" name="Google Shape;661;p3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2" name="Google Shape;662;p3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3" name="Google Shape;663;p3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4" name="Google Shape;664;p3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5" name="Google Shape;665;p3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6" name="Google Shape;666;p33"/>
          <p:cNvSpPr txBox="1">
            <a:spLocks noGrp="1"/>
          </p:cNvSpPr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33"/>
          <p:cNvSpPr txBox="1">
            <a:spLocks noGrp="1"/>
          </p:cNvSpPr>
          <p:nvPr>
            <p:ph type="subTitle" idx="1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68" name="Google Shape;668;p33"/>
          <p:cNvSpPr txBox="1">
            <a:spLocks noGrp="1"/>
          </p:cNvSpPr>
          <p:nvPr>
            <p:ph type="subTitle" idx="2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33"/>
          <p:cNvSpPr txBox="1">
            <a:spLocks noGrp="1"/>
          </p:cNvSpPr>
          <p:nvPr>
            <p:ph type="subTitle" idx="3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33"/>
          <p:cNvSpPr txBox="1">
            <a:spLocks noGrp="1"/>
          </p:cNvSpPr>
          <p:nvPr>
            <p:ph type="subTitle" idx="4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671" name="Google Shape;671;p3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Dark ALT">
  <p:cSld name="BLANK_1_5">
    <p:bg>
      <p:bgPr>
        <a:solidFill>
          <a:schemeClr val="lt1"/>
        </a:soli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34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5" name="Google Shape;675;p34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6" name="Google Shape;676;p34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677" name="Google Shape;677;p3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8" name="Google Shape;678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ecutive Team Intro - ALT 2">
  <p:cSld name="BLANK_1_3">
    <p:bg>
      <p:bgPr>
        <a:solidFill>
          <a:schemeClr val="lt2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>
            <a:spLocks noGrp="1"/>
          </p:cNvSpPr>
          <p:nvPr>
            <p:ph type="body" idx="1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spcFirstLastPara="1" wrap="square" lIns="274300" tIns="91425" rIns="274300" bIns="91425" anchor="ctr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684" name="Google Shape;684;p35"/>
          <p:cNvSpPr txBox="1">
            <a:spLocks noGrp="1"/>
          </p:cNvSpPr>
          <p:nvPr>
            <p:ph type="body" idx="2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spcFirstLastPara="1" wrap="square" lIns="274300" tIns="91425" rIns="274300" bIns="91425" anchor="ctr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685" name="Google Shape;685;p35"/>
          <p:cNvSpPr txBox="1">
            <a:spLocks noGrp="1"/>
          </p:cNvSpPr>
          <p:nvPr>
            <p:ph type="body" idx="3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spcFirstLastPara="1" wrap="square" lIns="274300" tIns="91425" rIns="274300" bIns="91425" anchor="ctr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686" name="Google Shape;686;p35"/>
          <p:cNvSpPr txBox="1">
            <a:spLocks noGrp="1"/>
          </p:cNvSpPr>
          <p:nvPr>
            <p:ph type="body" idx="4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spcFirstLastPara="1" wrap="square" lIns="274300" tIns="91425" rIns="274300" bIns="91425" anchor="ctr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687" name="Google Shape;687;p35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35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35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35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35"/>
          <p:cNvSpPr txBox="1">
            <a:spLocks noGrp="1"/>
          </p:cNvSpPr>
          <p:nvPr>
            <p:ph type="subTitle" idx="5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2" name="Google Shape;692;p35"/>
          <p:cNvSpPr txBox="1">
            <a:spLocks noGrp="1"/>
          </p:cNvSpPr>
          <p:nvPr>
            <p:ph type="subTitle" idx="6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3" name="Google Shape;693;p35"/>
          <p:cNvSpPr txBox="1">
            <a:spLocks noGrp="1"/>
          </p:cNvSpPr>
          <p:nvPr>
            <p:ph type="subTitle" idx="7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4" name="Google Shape;694;p35"/>
          <p:cNvSpPr txBox="1">
            <a:spLocks noGrp="1"/>
          </p:cNvSpPr>
          <p:nvPr>
            <p:ph type="subTitle" idx="8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5" name="Google Shape;695;p35"/>
          <p:cNvSpPr>
            <a:spLocks noGrp="1"/>
          </p:cNvSpPr>
          <p:nvPr>
            <p:ph type="pic" idx="9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5"/>
          <p:cNvSpPr>
            <a:spLocks noGrp="1"/>
          </p:cNvSpPr>
          <p:nvPr>
            <p:ph type="pic" idx="13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5"/>
          <p:cNvSpPr>
            <a:spLocks noGrp="1"/>
          </p:cNvSpPr>
          <p:nvPr>
            <p:ph type="pic" idx="14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5"/>
          <p:cNvSpPr>
            <a:spLocks noGrp="1"/>
          </p:cNvSpPr>
          <p:nvPr>
            <p:ph type="pic" idx="15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35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35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1" name="Google Shape;701;p35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2" name="Google Shape;702;p35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4" name="Google Shape;704;p35"/>
          <p:cNvSpPr txBox="1">
            <a:spLocks noGrp="1"/>
          </p:cNvSpPr>
          <p:nvPr>
            <p:ph type="subTitle" idx="16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05" name="Google Shape;705;p35"/>
          <p:cNvSpPr txBox="1">
            <a:spLocks noGrp="1"/>
          </p:cNvSpPr>
          <p:nvPr>
            <p:ph type="subTitle" idx="17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06" name="Google Shape;706;p35"/>
          <p:cNvSpPr txBox="1">
            <a:spLocks noGrp="1"/>
          </p:cNvSpPr>
          <p:nvPr>
            <p:ph type="subTitle" idx="18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707" name="Google Shape;707;p3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0" name="Google Shape;710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1" name="Google Shape;711;p3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2" name="Google Shape;712;p35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2">
    <p:bg>
      <p:bgPr>
        <a:solidFill>
          <a:schemeClr val="lt1"/>
        </a:solidFill>
        <a:effectLst/>
      </p:bgPr>
    </p:bg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6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3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6" name="Google Shape;716;p3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36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9" name="Google Shape;719;p36"/>
          <p:cNvSpPr txBox="1">
            <a:spLocks noGrp="1"/>
          </p:cNvSpPr>
          <p:nvPr>
            <p:ph type="body" idx="1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spcFirstLastPara="1" wrap="square" lIns="274300" tIns="2743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20" name="Google Shape;720;p36"/>
          <p:cNvSpPr txBox="1">
            <a:spLocks noGrp="1"/>
          </p:cNvSpPr>
          <p:nvPr>
            <p:ph type="subTitle" idx="2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36"/>
          <p:cNvSpPr txBox="1">
            <a:spLocks noGrp="1"/>
          </p:cNvSpPr>
          <p:nvPr>
            <p:ph type="subTitle" idx="3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2" name="Google Shape;722;p36"/>
          <p:cNvSpPr txBox="1">
            <a:spLocks noGrp="1"/>
          </p:cNvSpPr>
          <p:nvPr>
            <p:ph type="subTitle" idx="4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723" name="Google Shape;723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4" name="Google Shape;724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5" name="Google Shape;725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6" name="Google Shape;726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7" name="Google Shape;727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8" name="Google Shape;728;p36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BLANK_1_1_1">
    <p:bg>
      <p:bgPr>
        <a:solidFill>
          <a:schemeClr val="lt2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7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3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32" name="Google Shape;732;p3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37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5" name="Google Shape;735;p3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6" name="Google Shape;736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8" name="Google Shape;738;p3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1" name="Google Shape;741;p37"/>
          <p:cNvSpPr txBox="1">
            <a:spLocks noGrp="1"/>
          </p:cNvSpPr>
          <p:nvPr>
            <p:ph type="body" idx="1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42" name="Google Shape;742;p37"/>
          <p:cNvSpPr txBox="1">
            <a:spLocks noGrp="1"/>
          </p:cNvSpPr>
          <p:nvPr>
            <p:ph type="body" idx="2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43" name="Google Shape;743;p37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 1">
  <p:cSld name="BLANK_1_1_1_2">
    <p:bg>
      <p:bgPr>
        <a:solidFill>
          <a:schemeClr val="lt2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8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7" name="Google Shape;747;p38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38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0" name="Google Shape;75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3" name="Google Shape;753;p3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4" name="Google Shape;754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5" name="Google Shape;755;p38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6" name="Google Shape;756;p38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  <p:sp>
        <p:nvSpPr>
          <p:cNvPr id="757" name="Google Shape;757;p38"/>
          <p:cNvSpPr txBox="1">
            <a:spLocks noGrp="1"/>
          </p:cNvSpPr>
          <p:nvPr>
            <p:ph type="body" idx="1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58" name="Google Shape;758;p38"/>
          <p:cNvSpPr txBox="1">
            <a:spLocks noGrp="1"/>
          </p:cNvSpPr>
          <p:nvPr>
            <p:ph type="body" idx="2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59" name="Google Shape;759;p38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60" name="Google Shape;760;p38"/>
          <p:cNvSpPr txBox="1">
            <a:spLocks noGrp="1"/>
          </p:cNvSpPr>
          <p:nvPr>
            <p:ph type="subTitle" idx="4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61" name="Google Shape;761;p38"/>
          <p:cNvSpPr txBox="1">
            <a:spLocks noGrp="1"/>
          </p:cNvSpPr>
          <p:nvPr>
            <p:ph type="subTitle" idx="5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62" name="Google Shape;762;p38"/>
          <p:cNvSpPr txBox="1">
            <a:spLocks noGrp="1"/>
          </p:cNvSpPr>
          <p:nvPr>
            <p:ph type="title" idx="6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spcFirstLastPara="1" wrap="square" lIns="27430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63" name="Google Shape;763;p38"/>
          <p:cNvSpPr txBox="1">
            <a:spLocks noGrp="1"/>
          </p:cNvSpPr>
          <p:nvPr>
            <p:ph type="title" idx="7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spcFirstLastPara="1" wrap="square" lIns="27430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BLANK_1_1_1_1">
    <p:bg>
      <p:bgPr>
        <a:solidFill>
          <a:schemeClr val="lt2"/>
        </a:solidFill>
        <a:effectLst/>
      </p:bgPr>
    </p:bg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9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39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  <p:cxnSp>
        <p:nvCxnSpPr>
          <p:cNvPr id="770" name="Google Shape;770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1" name="Google Shape;771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2" name="Google Shape;772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3" name="Google Shape;773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4" name="Google Shape;774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5" name="Google Shape;775;p3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_1_1_1_2">
    <p:bg>
      <p:bgPr>
        <a:solidFill>
          <a:schemeClr val="lt2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79" name="Google Shape;779;p40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  <p:cxnSp>
        <p:nvCxnSpPr>
          <p:cNvPr id="782" name="Google Shape;782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3" name="Google Shape;783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4" name="Google Shape;784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5" name="Google Shape;785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6" name="Google Shape;786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7" name="Google Shape;787;p4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8" name="Google Shape;788;p40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89" name="Google Shape;789;p40"/>
          <p:cNvSpPr txBox="1">
            <a:spLocks noGrp="1"/>
          </p:cNvSpPr>
          <p:nvPr>
            <p:ph type="subTitle" idx="2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790" name="Google Shape;790;p40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BLANK_1_1_1_1_1">
    <p:bg>
      <p:bgPr>
        <a:solidFill>
          <a:schemeClr val="lt2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4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94" name="Google Shape;794;p41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41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  <p:cxnSp>
        <p:nvCxnSpPr>
          <p:cNvPr id="797" name="Google Shape;797;p4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8" name="Google Shape;798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3" name="Google Shape;803;p41"/>
          <p:cNvSpPr txBox="1">
            <a:spLocks noGrp="1"/>
          </p:cNvSpPr>
          <p:nvPr>
            <p:ph type="body" idx="1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- ALT 1">
  <p:cSld name="BLANK_1_1_1_1_1_2">
    <p:bg>
      <p:bgPr>
        <a:solidFill>
          <a:schemeClr val="lt2"/>
        </a:solidFill>
        <a:effectLst/>
      </p:bgPr>
    </p:bg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4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4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07" name="Google Shape;807;p42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42"/>
          <p:cNvSpPr txBox="1">
            <a:spLocks noGrp="1"/>
          </p:cNvSpPr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>
            <a:endParaRPr/>
          </a:p>
        </p:txBody>
      </p:sp>
      <p:cxnSp>
        <p:nvCxnSpPr>
          <p:cNvPr id="810" name="Google Shape;810;p4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1" name="Google Shape;811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2" name="Google Shape;812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4" name="Google Shape;814;p4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5" name="Google Shape;815;p4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6" name="Google Shape;816;p42"/>
          <p:cNvSpPr txBox="1">
            <a:spLocks noGrp="1"/>
          </p:cNvSpPr>
          <p:nvPr>
            <p:ph type="body" idx="1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17" name="Google Shape;817;p42"/>
          <p:cNvSpPr txBox="1">
            <a:spLocks noGrp="1"/>
          </p:cNvSpPr>
          <p:nvPr>
            <p:ph type="subTitle" idx="2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18" name="Google Shape;818;p42"/>
          <p:cNvSpPr txBox="1">
            <a:spLocks noGrp="1"/>
          </p:cNvSpPr>
          <p:nvPr>
            <p:ph type="subTitle" idx="3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19" name="Google Shape;819;p42"/>
          <p:cNvSpPr txBox="1">
            <a:spLocks noGrp="1"/>
          </p:cNvSpPr>
          <p:nvPr>
            <p:ph type="subTitle" idx="4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20" name="Google Shape;820;p42"/>
          <p:cNvSpPr txBox="1">
            <a:spLocks noGrp="1"/>
          </p:cNvSpPr>
          <p:nvPr>
            <p:ph type="title" idx="5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spcFirstLastPara="1" wrap="square" lIns="27430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BLANK_1_1_1_1_1_1">
    <p:bg>
      <p:bgPr>
        <a:solidFill>
          <a:schemeClr val="lt2"/>
        </a:solidFill>
        <a:effectLst/>
      </p:bgPr>
    </p:bg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3" name="Google Shape;82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4" name="Google Shape;82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5" name="Google Shape;82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6" name="Google Shape;826;p43"/>
          <p:cNvSpPr txBox="1">
            <a:spLocks noGrp="1"/>
          </p:cNvSpPr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BLANK_1_1_1_1_1_1_1_1_2_3">
    <p:bg>
      <p:bgPr>
        <a:solidFill>
          <a:schemeClr val="lt2"/>
        </a:solidFill>
        <a:effectLst/>
      </p:bgPr>
    </p:bg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4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2" name="Google Shape;832;p4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3" name="Google Shape;833;p44"/>
          <p:cNvSpPr txBox="1">
            <a:spLocks noGrp="1"/>
          </p:cNvSpPr>
          <p:nvPr>
            <p:ph type="body" idx="1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spcFirstLastPara="1" wrap="square" lIns="182875" tIns="0" rIns="91425" bIns="1463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- ALT 1">
  <p:cSld name="BLANK_1_1_1_1_1_1_1_1_2_3_1">
    <p:bg>
      <p:bgPr>
        <a:solidFill>
          <a:schemeClr val="lt2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4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7" name="Google Shape;837;p4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8" name="Google Shape;838;p45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9" name="Google Shape;839;p4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0" name="Google Shape;840;p45"/>
          <p:cNvSpPr txBox="1">
            <a:spLocks noGrp="1"/>
          </p:cNvSpPr>
          <p:nvPr>
            <p:ph type="body" idx="1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spcFirstLastPara="1" wrap="square" lIns="182875" tIns="0" rIns="91425" bIns="1463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41" name="Google Shape;841;p45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42" name="Google Shape;842;p45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43" name="Google Shape;843;p45"/>
          <p:cNvSpPr txBox="1">
            <a:spLocks noGrp="1"/>
          </p:cNvSpPr>
          <p:nvPr>
            <p:ph type="subTitle" idx="4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Comment - Dark ALT">
  <p:cSld name="BLANK_1_1_1_1_1_1_1_1_2_2">
    <p:bg>
      <p:bgPr>
        <a:solidFill>
          <a:schemeClr val="dk2"/>
        </a:solidFill>
        <a:effectLst/>
      </p:bgPr>
    </p:bg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46"/>
          <p:cNvSpPr txBox="1">
            <a:spLocks noGrp="1"/>
          </p:cNvSpPr>
          <p:nvPr>
            <p:ph type="subTitle" idx="1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46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8" name="Google Shape;848;p46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849" name="Google Shape;849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0" name="Google Shape;850;p4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1" name="Google Shape;851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2" name="Google Shape;852;p46"/>
          <p:cNvSpPr txBox="1">
            <a:spLocks noGrp="1"/>
          </p:cNvSpPr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53" name="Google Shape;853;p46"/>
          <p:cNvSpPr txBox="1">
            <a:spLocks noGrp="1"/>
          </p:cNvSpPr>
          <p:nvPr>
            <p:ph type="subTitle" idx="4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4" name="Google Shape;854;p46"/>
          <p:cNvSpPr txBox="1">
            <a:spLocks noGrp="1"/>
          </p:cNvSpPr>
          <p:nvPr>
            <p:ph type="body" idx="5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spcFirstLastPara="1" wrap="square" lIns="182875" tIns="0" rIns="91425" bIns="1463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855" name="Google Shape;855;p46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- Dark ALT">
  <p:cSld name="BLANK_1_1_1_1_1_1_1_1_2_2_1">
    <p:bg>
      <p:bgPr>
        <a:solidFill>
          <a:schemeClr val="dk2"/>
        </a:solidFill>
        <a:effectLst/>
      </p:bgPr>
    </p:bg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47"/>
          <p:cNvSpPr txBox="1">
            <a:spLocks noGrp="1"/>
          </p:cNvSpPr>
          <p:nvPr>
            <p:ph type="subTitle" idx="1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9" name="Google Shape;859;p47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0" name="Google Shape;860;p47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861" name="Google Shape;861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2" name="Google Shape;862;p4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3" name="Google Shape;863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" name="Google Shape;864;p47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5" name="Google Shape;865;p47"/>
          <p:cNvSpPr txBox="1">
            <a:spLocks noGrp="1"/>
          </p:cNvSpPr>
          <p:nvPr>
            <p:ph type="body" idx="4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spcFirstLastPara="1" wrap="square" lIns="182875" tIns="0" rIns="91425" bIns="1463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LANK_1_1_1_1_1_1_1_1_1">
    <p:bg>
      <p:bgPr>
        <a:solidFill>
          <a:schemeClr val="lt2"/>
        </a:solidFill>
        <a:effectLst/>
      </p:bgPr>
    </p:bg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8" name="Google Shape;86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9" name="Google Shape;8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0" name="Google Shape;8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1" name="Google Shape;871;p48"/>
          <p:cNvSpPr txBox="1">
            <a:spLocks noGrp="1"/>
          </p:cNvSpPr>
          <p:nvPr>
            <p:ph type="body" idx="1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72" name="Google Shape;872;p48"/>
          <p:cNvSpPr txBox="1">
            <a:spLocks noGrp="1"/>
          </p:cNvSpPr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- ALT 1">
  <p:cSld name="BLANK_1_1_1_1_1_1_1_1_1_2">
    <p:bg>
      <p:bgPr>
        <a:solidFill>
          <a:schemeClr val="lt2"/>
        </a:solidFill>
        <a:effectLst/>
      </p:bgPr>
    </p:bg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4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5" name="Google Shape;875;p4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6" name="Google Shape;876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7" name="Google Shape;877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8" name="Google Shape;878;p49"/>
          <p:cNvSpPr txBox="1">
            <a:spLocks noGrp="1"/>
          </p:cNvSpPr>
          <p:nvPr>
            <p:ph type="body" idx="1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79" name="Google Shape;879;p49"/>
          <p:cNvSpPr txBox="1">
            <a:spLocks noGrp="1"/>
          </p:cNvSpPr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80" name="Google Shape;880;p49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81" name="Google Shape;881;p49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82" name="Google Shape;882;p49"/>
          <p:cNvSpPr txBox="1">
            <a:spLocks noGrp="1"/>
          </p:cNvSpPr>
          <p:nvPr>
            <p:ph type="subTitle" idx="4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883" name="Google Shape;883;p49"/>
          <p:cNvSpPr txBox="1">
            <a:spLocks noGrp="1"/>
          </p:cNvSpPr>
          <p:nvPr>
            <p:ph type="title" idx="5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spcFirstLastPara="1" wrap="square" lIns="27430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 - ALT 2">
  <p:cSld name="BLANK_1_1_1_1_1_1_1_1_1_1_2">
    <p:bg>
      <p:bgPr>
        <a:solidFill>
          <a:schemeClr val="lt2"/>
        </a:soli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0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50"/>
          <p:cNvSpPr txBox="1">
            <a:spLocks noGrp="1"/>
          </p:cNvSpPr>
          <p:nvPr>
            <p:ph type="subTitle" idx="1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87" name="Google Shape;887;p50"/>
          <p:cNvSpPr txBox="1">
            <a:spLocks noGrp="1"/>
          </p:cNvSpPr>
          <p:nvPr>
            <p:ph type="subTitle" idx="2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88" name="Google Shape;888;p50"/>
          <p:cNvSpPr txBox="1">
            <a:spLocks noGrp="1"/>
          </p:cNvSpPr>
          <p:nvPr>
            <p:ph type="subTitle" idx="3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89" name="Google Shape;889;p50"/>
          <p:cNvSpPr txBox="1">
            <a:spLocks noGrp="1"/>
          </p:cNvSpPr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90" name="Google Shape;890;p50"/>
          <p:cNvSpPr txBox="1">
            <a:spLocks noGrp="1"/>
          </p:cNvSpPr>
          <p:nvPr>
            <p:ph type="title" idx="4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91" name="Google Shape;891;p50"/>
          <p:cNvSpPr txBox="1">
            <a:spLocks noGrp="1"/>
          </p:cNvSpPr>
          <p:nvPr>
            <p:ph type="title" idx="5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92" name="Google Shape;892;p50"/>
          <p:cNvSpPr txBox="1">
            <a:spLocks noGrp="1"/>
          </p:cNvSpPr>
          <p:nvPr>
            <p:ph type="title" idx="6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93" name="Google Shape;893;p50"/>
          <p:cNvSpPr txBox="1">
            <a:spLocks noGrp="1"/>
          </p:cNvSpPr>
          <p:nvPr>
            <p:ph type="title" idx="7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894" name="Google Shape;894;p50"/>
          <p:cNvSpPr txBox="1">
            <a:spLocks noGrp="1"/>
          </p:cNvSpPr>
          <p:nvPr>
            <p:ph type="title" idx="8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95" name="Google Shape;895;p50"/>
          <p:cNvSpPr txBox="1">
            <a:spLocks noGrp="1"/>
          </p:cNvSpPr>
          <p:nvPr>
            <p:ph type="body" idx="9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896" name="Google Shape;896;p50"/>
          <p:cNvSpPr txBox="1">
            <a:spLocks noGrp="1"/>
          </p:cNvSpPr>
          <p:nvPr>
            <p:ph type="body" idx="13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897" name="Google Shape;897;p50"/>
          <p:cNvSpPr txBox="1">
            <a:spLocks noGrp="1"/>
          </p:cNvSpPr>
          <p:nvPr>
            <p:ph type="body" idx="14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898" name="Google Shape;898;p50"/>
          <p:cNvSpPr txBox="1">
            <a:spLocks noGrp="1"/>
          </p:cNvSpPr>
          <p:nvPr>
            <p:ph type="title" idx="15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cxnSp>
        <p:nvCxnSpPr>
          <p:cNvPr id="899" name="Google Shape;899;p50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0" name="Google Shape;900;p50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2" name="Google Shape;902;p50"/>
          <p:cNvSpPr txBox="1">
            <a:spLocks noGrp="1"/>
          </p:cNvSpPr>
          <p:nvPr>
            <p:ph type="subTitle" idx="16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03" name="Google Shape;903;p50"/>
          <p:cNvSpPr txBox="1">
            <a:spLocks noGrp="1"/>
          </p:cNvSpPr>
          <p:nvPr>
            <p:ph type="subTitle" idx="17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04" name="Google Shape;904;p50"/>
          <p:cNvSpPr txBox="1">
            <a:spLocks noGrp="1"/>
          </p:cNvSpPr>
          <p:nvPr>
            <p:ph type="subTitle" idx="18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905" name="Google Shape;905;p5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8" name="Google Shape;908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9" name="Google Shape;909;p5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0" name="Google Shape;910;p50"/>
          <p:cNvSpPr txBox="1">
            <a:spLocks noGrp="1"/>
          </p:cNvSpPr>
          <p:nvPr>
            <p:ph type="title" idx="19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911" name="Google Shape;911;p50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2" name="Google Shape;912;p50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50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4" name="Google Shape;914;p50"/>
          <p:cNvSpPr txBox="1">
            <a:spLocks noGrp="1"/>
          </p:cNvSpPr>
          <p:nvPr>
            <p:ph type="title" idx="20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cxnSp>
        <p:nvCxnSpPr>
          <p:cNvPr id="915" name="Google Shape;915;p50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6" name="Google Shape;916;p50"/>
          <p:cNvSpPr txBox="1">
            <a:spLocks noGrp="1"/>
          </p:cNvSpPr>
          <p:nvPr>
            <p:ph type="title" idx="21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cxnSp>
        <p:nvCxnSpPr>
          <p:cNvPr id="917" name="Google Shape;917;p50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8" name="Google Shape;918;p50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0" name="Google Shape;920;p50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 - ALT 3">
  <p:cSld name="CUSTOM"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24" name="Google Shape;924;p51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51"/>
          <p:cNvSpPr txBox="1">
            <a:spLocks noGrp="1"/>
          </p:cNvSpPr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27" name="Google Shape;927;p51"/>
          <p:cNvSpPr txBox="1">
            <a:spLocks noGrp="1"/>
          </p:cNvSpPr>
          <p:nvPr>
            <p:ph type="title" idx="2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spcFirstLastPara="1" wrap="square" lIns="274300" tIns="91425" rIns="18287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28" name="Google Shape;928;p51"/>
          <p:cNvSpPr txBox="1">
            <a:spLocks noGrp="1"/>
          </p:cNvSpPr>
          <p:nvPr>
            <p:ph type="body" idx="1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9" name="Google Shape;929;p51"/>
          <p:cNvSpPr txBox="1">
            <a:spLocks noGrp="1"/>
          </p:cNvSpPr>
          <p:nvPr>
            <p:ph type="subTitle" idx="3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0" name="Google Shape;930;p51"/>
          <p:cNvSpPr txBox="1">
            <a:spLocks noGrp="1"/>
          </p:cNvSpPr>
          <p:nvPr>
            <p:ph type="title" idx="4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1" name="Google Shape;931;p51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4" name="Google Shape;934;p51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5" name="Google Shape;935;p51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6" name="Google Shape;936;p51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7" name="Google Shape;937;p51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8" name="Google Shape;938;p51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9" name="Google Shape;939;p51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0" name="Google Shape;940;p51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1" name="Google Shape;941;p51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2" name="Google Shape;942;p51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3" name="Google Shape;943;p51"/>
          <p:cNvSpPr txBox="1">
            <a:spLocks noGrp="1"/>
          </p:cNvSpPr>
          <p:nvPr>
            <p:ph type="subTitle" idx="5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p51"/>
          <p:cNvSpPr txBox="1">
            <a:spLocks noGrp="1"/>
          </p:cNvSpPr>
          <p:nvPr>
            <p:ph type="subTitle" idx="6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51"/>
          <p:cNvSpPr txBox="1">
            <a:spLocks noGrp="1"/>
          </p:cNvSpPr>
          <p:nvPr>
            <p:ph type="subTitle" idx="7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946" name="Google Shape;946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7" name="Google Shape;947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8" name="Google Shape;948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9" name="Google Shape;949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0" name="Google Shape;950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1" name="Google Shape;951;p51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2" name="Google Shape;952;p51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3" name="Google Shape;953;p51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4" name="Google Shape;954;p51"/>
          <p:cNvSpPr txBox="1">
            <a:spLocks noGrp="1"/>
          </p:cNvSpPr>
          <p:nvPr>
            <p:ph type="title" idx="8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55" name="Google Shape;955;p51"/>
          <p:cNvSpPr txBox="1">
            <a:spLocks noGrp="1"/>
          </p:cNvSpPr>
          <p:nvPr>
            <p:ph type="title" idx="9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56" name="Google Shape;956;p51"/>
          <p:cNvSpPr txBox="1">
            <a:spLocks noGrp="1"/>
          </p:cNvSpPr>
          <p:nvPr>
            <p:ph type="title" idx="13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57" name="Google Shape;957;p51"/>
          <p:cNvSpPr txBox="1">
            <a:spLocks noGrp="1"/>
          </p:cNvSpPr>
          <p:nvPr>
            <p:ph type="title" idx="14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58" name="Google Shape;958;p51"/>
          <p:cNvSpPr txBox="1">
            <a:spLocks noGrp="1"/>
          </p:cNvSpPr>
          <p:nvPr>
            <p:ph type="title" idx="15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959" name="Google Shape;959;p51"/>
          <p:cNvSpPr txBox="1">
            <a:spLocks noGrp="1"/>
          </p:cNvSpPr>
          <p:nvPr>
            <p:ph type="title" idx="16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960" name="Google Shape;960;p51"/>
          <p:cNvSpPr txBox="1">
            <a:spLocks noGrp="1"/>
          </p:cNvSpPr>
          <p:nvPr>
            <p:ph type="title" idx="17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961" name="Google Shape;961;p51"/>
          <p:cNvSpPr txBox="1">
            <a:spLocks noGrp="1"/>
          </p:cNvSpPr>
          <p:nvPr>
            <p:ph type="title" idx="18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962" name="Google Shape;962;p51"/>
          <p:cNvSpPr txBox="1">
            <a:spLocks noGrp="1"/>
          </p:cNvSpPr>
          <p:nvPr>
            <p:ph type="title" idx="19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1">
    <p:bg>
      <p:bgPr>
        <a:solidFill>
          <a:schemeClr val="lt2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66" name="Google Shape;966;p52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52"/>
          <p:cNvSpPr txBox="1">
            <a:spLocks noGrp="1"/>
          </p:cNvSpPr>
          <p:nvPr>
            <p:ph type="body" idx="1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spcFirstLastPara="1" wrap="square" lIns="274300" tIns="365750" rIns="36575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969" name="Google Shape;969;p52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52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1" name="Google Shape;971;p52"/>
          <p:cNvSpPr txBox="1">
            <a:spLocks noGrp="1"/>
          </p:cNvSpPr>
          <p:nvPr>
            <p:ph type="subTitle" idx="2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72" name="Google Shape;972;p52"/>
          <p:cNvSpPr txBox="1">
            <a:spLocks noGrp="1"/>
          </p:cNvSpPr>
          <p:nvPr>
            <p:ph type="subTitle" idx="3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73" name="Google Shape;973;p52"/>
          <p:cNvSpPr txBox="1">
            <a:spLocks noGrp="1"/>
          </p:cNvSpPr>
          <p:nvPr>
            <p:ph type="subTitle" idx="4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974" name="Google Shape;974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5" name="Google Shape;975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6" name="Google Shape;976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7" name="Google Shape;977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8" name="Google Shape;978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9" name="Google Shape;979;p52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0" name="Google Shape;980;p52"/>
          <p:cNvSpPr txBox="1">
            <a:spLocks noGrp="1"/>
          </p:cNvSpPr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1" name="Google Shape;981;p52"/>
          <p:cNvSpPr txBox="1">
            <a:spLocks noGrp="1"/>
          </p:cNvSpPr>
          <p:nvPr>
            <p:ph type="subTitle" idx="5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82" name="Google Shape;982;p52"/>
          <p:cNvSpPr txBox="1">
            <a:spLocks noGrp="1"/>
          </p:cNvSpPr>
          <p:nvPr>
            <p:ph type="title" idx="6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>
            <a:endParaRPr/>
          </a:p>
        </p:txBody>
      </p:sp>
      <p:sp>
        <p:nvSpPr>
          <p:cNvPr id="983" name="Google Shape;983;p52"/>
          <p:cNvSpPr txBox="1">
            <a:spLocks noGrp="1"/>
          </p:cNvSpPr>
          <p:nvPr>
            <p:ph type="subTitle" idx="7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52"/>
          <p:cNvSpPr txBox="1">
            <a:spLocks noGrp="1"/>
          </p:cNvSpPr>
          <p:nvPr>
            <p:ph type="title" idx="8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>
            <a:endParaRPr/>
          </a:p>
        </p:txBody>
      </p:sp>
      <p:sp>
        <p:nvSpPr>
          <p:cNvPr id="985" name="Google Shape;985;p52"/>
          <p:cNvSpPr txBox="1">
            <a:spLocks noGrp="1"/>
          </p:cNvSpPr>
          <p:nvPr>
            <p:ph type="subTitle" idx="9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52"/>
          <p:cNvSpPr txBox="1">
            <a:spLocks noGrp="1"/>
          </p:cNvSpPr>
          <p:nvPr>
            <p:ph type="subTitle" idx="13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52"/>
          <p:cNvSpPr txBox="1">
            <a:spLocks noGrp="1"/>
          </p:cNvSpPr>
          <p:nvPr>
            <p:ph type="title" idx="14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>
            <a:endParaRPr/>
          </a:p>
        </p:txBody>
      </p:sp>
      <p:sp>
        <p:nvSpPr>
          <p:cNvPr id="988" name="Google Shape;988;p52"/>
          <p:cNvSpPr txBox="1">
            <a:spLocks noGrp="1"/>
          </p:cNvSpPr>
          <p:nvPr>
            <p:ph type="title" idx="15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>
            <a:endParaRPr/>
          </a:p>
        </p:txBody>
      </p:sp>
      <p:sp>
        <p:nvSpPr>
          <p:cNvPr id="989" name="Google Shape;989;p52"/>
          <p:cNvSpPr txBox="1">
            <a:spLocks noGrp="1"/>
          </p:cNvSpPr>
          <p:nvPr>
            <p:ph type="subTitle" idx="16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52"/>
          <p:cNvSpPr txBox="1">
            <a:spLocks noGrp="1"/>
          </p:cNvSpPr>
          <p:nvPr>
            <p:ph type="subTitle" idx="17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spcFirstLastPara="1" wrap="square" lIns="27430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ganizational Update - Employees highlight">
  <p:cSld name="CUSTOM_2">
    <p:bg>
      <p:bgPr>
        <a:solidFill>
          <a:schemeClr val="lt2"/>
        </a:solidFill>
        <a:effectLst/>
      </p:bgPr>
    </p:bg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3"/>
          <p:cNvSpPr>
            <a:spLocks noGrp="1"/>
          </p:cNvSpPr>
          <p:nvPr>
            <p:ph type="pic" idx="2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53"/>
          <p:cNvSpPr>
            <a:spLocks noGrp="1"/>
          </p:cNvSpPr>
          <p:nvPr>
            <p:ph type="pic" idx="3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53"/>
          <p:cNvSpPr>
            <a:spLocks noGrp="1"/>
          </p:cNvSpPr>
          <p:nvPr>
            <p:ph type="pic" idx="4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53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96" name="Google Shape;996;p53"/>
          <p:cNvSpPr txBox="1">
            <a:spLocks noGrp="1"/>
          </p:cNvSpPr>
          <p:nvPr>
            <p:ph type="subTitle" idx="5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97" name="Google Shape;997;p53"/>
          <p:cNvSpPr txBox="1">
            <a:spLocks noGrp="1"/>
          </p:cNvSpPr>
          <p:nvPr>
            <p:ph type="subTitle" idx="6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998" name="Google Shape;998;p53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999" name="Google Shape;999;p5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0" name="Google Shape;1000;p5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1" name="Google Shape;1001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2" name="Google Shape;1002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3" name="Google Shape;1003;p5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4" name="Google Shape;1004;p53"/>
          <p:cNvSpPr txBox="1">
            <a:spLocks noGrp="1"/>
          </p:cNvSpPr>
          <p:nvPr>
            <p:ph type="title" idx="7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0" rIns="18287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05" name="Google Shape;1005;p53"/>
          <p:cNvSpPr txBox="1">
            <a:spLocks noGrp="1"/>
          </p:cNvSpPr>
          <p:nvPr>
            <p:ph type="title" idx="8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0" rIns="18287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06" name="Google Shape;1006;p53"/>
          <p:cNvSpPr txBox="1">
            <a:spLocks noGrp="1"/>
          </p:cNvSpPr>
          <p:nvPr>
            <p:ph type="title" idx="9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0" rIns="18287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pcoming Project - Timeline ">
  <p:cSld name="CUSTOM_3">
    <p:bg>
      <p:bgPr>
        <a:solidFill>
          <a:schemeClr val="lt2"/>
        </a:solid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4"/>
          <p:cNvSpPr txBox="1">
            <a:spLocks noGrp="1"/>
          </p:cNvSpPr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91425" rIns="18287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09" name="Google Shape;1009;p54"/>
          <p:cNvSpPr txBox="1">
            <a:spLocks noGrp="1"/>
          </p:cNvSpPr>
          <p:nvPr>
            <p:ph type="title" idx="2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91425" rIns="18287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10" name="Google Shape;1010;p54"/>
          <p:cNvSpPr txBox="1">
            <a:spLocks noGrp="1"/>
          </p:cNvSpPr>
          <p:nvPr>
            <p:ph type="title" idx="3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91425" rIns="18287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11" name="Google Shape;1011;p54"/>
          <p:cNvSpPr txBox="1">
            <a:spLocks noGrp="1"/>
          </p:cNvSpPr>
          <p:nvPr>
            <p:ph type="title" idx="4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91425" rIns="18287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012" name="Google Shape;1012;p54"/>
          <p:cNvSpPr txBox="1">
            <a:spLocks noGrp="1"/>
          </p:cNvSpPr>
          <p:nvPr>
            <p:ph type="body" idx="1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spcFirstLastPara="1" wrap="square" lIns="182875" tIns="0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13" name="Google Shape;1013;p54"/>
          <p:cNvSpPr txBox="1">
            <a:spLocks noGrp="1"/>
          </p:cNvSpPr>
          <p:nvPr>
            <p:ph type="body" idx="5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spcFirstLastPara="1" wrap="square" lIns="182875" tIns="0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14" name="Google Shape;1014;p54"/>
          <p:cNvSpPr txBox="1">
            <a:spLocks noGrp="1"/>
          </p:cNvSpPr>
          <p:nvPr>
            <p:ph type="body" idx="6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spcFirstLastPara="1" wrap="square" lIns="182875" tIns="0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15" name="Google Shape;1015;p54"/>
          <p:cNvSpPr txBox="1">
            <a:spLocks noGrp="1"/>
          </p:cNvSpPr>
          <p:nvPr>
            <p:ph type="body" idx="7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spcFirstLastPara="1" wrap="square" lIns="182875" tIns="0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016" name="Google Shape;1016;p54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7" name="Google Shape;1017;p54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8" name="Google Shape;1018;p54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9" name="Google Shape;1019;p54"/>
          <p:cNvSpPr txBox="1">
            <a:spLocks noGrp="1"/>
          </p:cNvSpPr>
          <p:nvPr>
            <p:ph type="subTitle" idx="8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20" name="Google Shape;1020;p54"/>
          <p:cNvSpPr txBox="1">
            <a:spLocks noGrp="1"/>
          </p:cNvSpPr>
          <p:nvPr>
            <p:ph type="title" idx="9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1" name="Google Shape;1021;p54"/>
          <p:cNvSpPr txBox="1">
            <a:spLocks noGrp="1"/>
          </p:cNvSpPr>
          <p:nvPr>
            <p:ph type="subTitle" idx="13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cxnSp>
        <p:nvCxnSpPr>
          <p:cNvPr id="1022" name="Google Shape;1022;p5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3" name="Google Shape;1023;p5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4" name="Google Shape;1024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6" name="Google Shape;1026;p5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7" name="Google Shape;1027;p54"/>
          <p:cNvSpPr txBox="1">
            <a:spLocks noGrp="1"/>
          </p:cNvSpPr>
          <p:nvPr>
            <p:ph type="subTitle" idx="14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28" name="Google Shape;1028;p54"/>
          <p:cNvSpPr txBox="1">
            <a:spLocks noGrp="1"/>
          </p:cNvSpPr>
          <p:nvPr>
            <p:ph type="subTitle" idx="15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1">
  <p:cSld name="BLANK_1_1_1_1_1_1_1_1_1_1_2_1">
    <p:bg>
      <p:bgPr>
        <a:solidFill>
          <a:schemeClr val="dk2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5"/>
          <p:cNvSpPr txBox="1">
            <a:spLocks noGrp="1"/>
          </p:cNvSpPr>
          <p:nvPr>
            <p:ph type="subTitle" idx="1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31" name="Google Shape;1031;p55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32" name="Google Shape;1032;p55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033" name="Google Shape;1033;p5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5" name="Google Shape;1035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6" name="Google Shape;1036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">
  <p:cSld name="BLANK_1_1_1_1_1_1_1_1_1_1_2_1_1">
    <p:bg>
      <p:bgPr>
        <a:solidFill>
          <a:schemeClr val="lt2"/>
        </a:solidFill>
        <a:effectLst/>
      </p:bgPr>
    </p:bg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9" name="Google Shape;1039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0" name="Google Shape;1040;p5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1" name="Google Shape;1041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2">
  <p:cSld name="BLANK_1_1_1_1_1_1_1_1_1_1_2_1_1_1">
    <p:bg>
      <p:bgPr>
        <a:solidFill>
          <a:schemeClr val="lt2"/>
        </a:solidFill>
        <a:effectLst/>
      </p:bgPr>
    </p:bg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"/>
          <p:cNvSpPr txBox="1">
            <a:spLocks noGrp="1"/>
          </p:cNvSpPr>
          <p:nvPr>
            <p:ph type="subTitle" idx="1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44" name="Google Shape;1044;p57"/>
          <p:cNvSpPr txBox="1">
            <a:spLocks noGrp="1"/>
          </p:cNvSpPr>
          <p:nvPr>
            <p:ph type="subTitle" idx="2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45" name="Google Shape;1045;p57"/>
          <p:cNvSpPr txBox="1">
            <a:spLocks noGrp="1"/>
          </p:cNvSpPr>
          <p:nvPr>
            <p:ph type="subTitle" idx="3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1046" name="Google Shape;1046;p57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7" name="Google Shape;1047;p57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8" name="Google Shape;1048;p57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57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3">
  <p:cSld name="BLANK_1_1_1_1_1_1_1_1_1_1_2_2">
    <p:bg>
      <p:bgPr>
        <a:solidFill>
          <a:schemeClr val="lt2"/>
        </a:solidFill>
        <a:effectLst/>
      </p:bgPr>
    </p:bg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8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52" name="Google Shape;1052;p58"/>
          <p:cNvSpPr txBox="1">
            <a:spLocks noGrp="1"/>
          </p:cNvSpPr>
          <p:nvPr>
            <p:ph type="subTitle" idx="2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53" name="Google Shape;1053;p58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1054" name="Google Shape;1054;p5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5" name="Google Shape;1055;p5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6" name="Google Shape;105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7" name="Google Shape;1057;p5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8" name="Google Shape;1058;p5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4">
  <p:cSld name="BLANK_1_1_1_1_1_1_1_1_1_1_2_1_2">
    <p:bg>
      <p:bgPr>
        <a:solidFill>
          <a:schemeClr val="dk2"/>
        </a:solidFill>
        <a:effectLst/>
      </p:bgPr>
    </p:bg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1" name="Google Shape;1061;p59"/>
          <p:cNvSpPr txBox="1">
            <a:spLocks noGrp="1"/>
          </p:cNvSpPr>
          <p:nvPr>
            <p:ph type="subTitle" idx="2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2" name="Google Shape;1062;p59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063" name="Google Shape;1063;p5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4" name="Google Shape;1064;p5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5" name="Google Shape;1065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6" name="Google Shape;1066;p5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7" name="Google Shape;1067;p5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5">
  <p:cSld name="BLANK_1_1_1_1_1_1_1_1_1_1_2_1_1_2">
    <p:bg>
      <p:bgPr>
        <a:solidFill>
          <a:schemeClr val="lt1"/>
        </a:solidFill>
        <a:effectLst/>
      </p:bgPr>
    </p:bg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0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0" name="Google Shape;1070;p60"/>
          <p:cNvSpPr txBox="1">
            <a:spLocks noGrp="1"/>
          </p:cNvSpPr>
          <p:nvPr>
            <p:ph type="subTitle" idx="2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1" name="Google Shape;1071;p60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072" name="Google Shape;1072;p6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4" name="Google Shape;1074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5" name="Google Shape;1075;p6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6" name="Google Shape;1076;p6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BLANK_1_1_1_1_1_1_1_1_1_1_1_1">
    <p:bg>
      <p:bgPr>
        <a:solidFill>
          <a:schemeClr val="lt2"/>
        </a:solidFill>
        <a:effectLst/>
      </p:bgPr>
    </p:bg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1"/>
          <p:cNvSpPr>
            <a:spLocks noGrp="1"/>
          </p:cNvSpPr>
          <p:nvPr>
            <p:ph type="pic" idx="2"/>
          </p:nvPr>
        </p:nvSpPr>
        <p:spPr>
          <a:xfrm>
            <a:off x="5548700" y="1196175"/>
            <a:ext cx="3073800" cy="33648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079" name="Google Shape;107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0" name="Google Shape;108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1" name="Google Shape;108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2" name="Google Shape;108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3" name="Google Shape;1083;p61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1084" name="Google Shape;1084;p6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5" name="Google Shape;1085;p61"/>
          <p:cNvSpPr txBox="1">
            <a:spLocks noGrp="1"/>
          </p:cNvSpPr>
          <p:nvPr>
            <p:ph type="body" idx="1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_2">
    <p:bg>
      <p:bgPr>
        <a:solidFill>
          <a:schemeClr val="lt2"/>
        </a:solidFill>
        <a:effectLst/>
      </p:bgPr>
    </p:bg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>
            <a:spLocks noGrp="1"/>
          </p:cNvSpPr>
          <p:nvPr>
            <p:ph type="pic" idx="2"/>
          </p:nvPr>
        </p:nvSpPr>
        <p:spPr>
          <a:xfrm>
            <a:off x="5548700" y="1196175"/>
            <a:ext cx="3073800" cy="33648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088" name="Google Shape;1088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9" name="Google Shape;1089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0" name="Google Shape;1090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1" name="Google Shape;1091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2" name="Google Shape;1092;p62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1093" name="Google Shape;1093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4" name="Google Shape;1094;p62"/>
          <p:cNvSpPr txBox="1">
            <a:spLocks noGrp="1"/>
          </p:cNvSpPr>
          <p:nvPr>
            <p:ph type="body" idx="1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095" name="Google Shape;1095;p62"/>
          <p:cNvSpPr txBox="1">
            <a:spLocks noGrp="1"/>
          </p:cNvSpPr>
          <p:nvPr>
            <p:ph type="subTitle" idx="3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96" name="Google Shape;1096;p62"/>
          <p:cNvSpPr txBox="1">
            <a:spLocks noGrp="1"/>
          </p:cNvSpPr>
          <p:nvPr>
            <p:ph type="subTitle" idx="4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097" name="Google Shape;1097;p62"/>
          <p:cNvSpPr txBox="1">
            <a:spLocks noGrp="1"/>
          </p:cNvSpPr>
          <p:nvPr>
            <p:ph type="subTitle" idx="5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BLANK_1_1_1_1_1_1_1_1_1_1_1_1_1">
    <p:bg>
      <p:bgPr>
        <a:solidFill>
          <a:schemeClr val="lt2"/>
        </a:solidFill>
        <a:effectLst/>
      </p:bgPr>
    </p:bg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63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01" name="Google Shape;1101;p63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05" name="Google Shape;1105;p63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63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3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63"/>
          <p:cNvSpPr txBox="1">
            <a:spLocks noGrp="1"/>
          </p:cNvSpPr>
          <p:nvPr>
            <p:ph type="subTitle" idx="1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110" name="Google Shape;1110;p63"/>
          <p:cNvSpPr txBox="1">
            <a:spLocks noGrp="1"/>
          </p:cNvSpPr>
          <p:nvPr>
            <p:ph type="subTitle" idx="2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cxnSp>
        <p:nvCxnSpPr>
          <p:cNvPr id="1111" name="Google Shape;111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2" name="Google Shape;111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3" name="Google Shape;1113;p6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4" name="Google Shape;111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5" name="Google Shape;111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6" name="Google Shape;1116;p63"/>
          <p:cNvSpPr txBox="1">
            <a:spLocks noGrp="1"/>
          </p:cNvSpPr>
          <p:nvPr>
            <p:ph type="body" idx="3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17" name="Google Shape;1117;p63"/>
          <p:cNvSpPr txBox="1">
            <a:spLocks noGrp="1"/>
          </p:cNvSpPr>
          <p:nvPr>
            <p:ph type="body" idx="4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18" name="Google Shape;1118;p63"/>
          <p:cNvSpPr txBox="1">
            <a:spLocks noGrp="1"/>
          </p:cNvSpPr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1119" name="Google Shape;1119;p63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1">
  <p:cSld name="BLANK_1_1_1_1_1_1_1_1_1_1_1_1_1_2">
    <p:bg>
      <p:bgPr>
        <a:solidFill>
          <a:schemeClr val="lt2"/>
        </a:solidFill>
        <a:effectLst/>
      </p:bgPr>
    </p:bg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64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3" name="Google Shape;1123;p64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64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7" name="Google Shape;1127;p64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64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64"/>
          <p:cNvSpPr txBox="1">
            <a:spLocks noGrp="1"/>
          </p:cNvSpPr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spcFirstLastPara="1" wrap="square" lIns="274300" tIns="0" rIns="18287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1132" name="Google Shape;1132;p64"/>
          <p:cNvSpPr txBox="1">
            <a:spLocks noGrp="1"/>
          </p:cNvSpPr>
          <p:nvPr>
            <p:ph type="title" idx="2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spcFirstLastPara="1" wrap="square" lIns="274300" tIns="0" rIns="18287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sp>
        <p:nvSpPr>
          <p:cNvPr id="1133" name="Google Shape;1133;p64"/>
          <p:cNvSpPr txBox="1">
            <a:spLocks noGrp="1"/>
          </p:cNvSpPr>
          <p:nvPr>
            <p:ph type="subTitle" idx="1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134" name="Google Shape;1134;p64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135" name="Google Shape;1135;p64"/>
          <p:cNvSpPr txBox="1">
            <a:spLocks noGrp="1"/>
          </p:cNvSpPr>
          <p:nvPr>
            <p:ph type="subTitle" idx="4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cxnSp>
        <p:nvCxnSpPr>
          <p:cNvPr id="1136" name="Google Shape;113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7" name="Google Shape;113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8" name="Google Shape;1138;p6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9" name="Google Shape;113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0" name="Google Shape;114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1" name="Google Shape;1141;p64"/>
          <p:cNvSpPr txBox="1">
            <a:spLocks noGrp="1"/>
          </p:cNvSpPr>
          <p:nvPr>
            <p:ph type="body" idx="5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42" name="Google Shape;1142;p64"/>
          <p:cNvSpPr txBox="1">
            <a:spLocks noGrp="1"/>
          </p:cNvSpPr>
          <p:nvPr>
            <p:ph type="body" idx="6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43" name="Google Shape;1143;p64"/>
          <p:cNvSpPr txBox="1">
            <a:spLocks noGrp="1"/>
          </p:cNvSpPr>
          <p:nvPr>
            <p:ph type="title" idx="7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1144" name="Google Shape;1144;p64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BLANK_1_1_1_1_1_1_1_1_1_1_1_1_1_1">
    <p:bg>
      <p:bgPr>
        <a:solidFill>
          <a:schemeClr val="lt2"/>
        </a:solidFill>
        <a:effectLst/>
      </p:bgPr>
    </p:bg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65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48" name="Google Shape;1148;p65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65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52" name="Google Shape;1152;p65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65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56" name="Google Shape;1156;p65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65"/>
          <p:cNvSpPr txBox="1">
            <a:spLocks noGrp="1"/>
          </p:cNvSpPr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59" name="Google Shape;1159;p65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65"/>
          <p:cNvSpPr txBox="1">
            <a:spLocks noGrp="1"/>
          </p:cNvSpPr>
          <p:nvPr>
            <p:ph type="body" idx="1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63" name="Google Shape;1163;p65"/>
          <p:cNvSpPr txBox="1">
            <a:spLocks noGrp="1"/>
          </p:cNvSpPr>
          <p:nvPr>
            <p:ph type="body" idx="2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1164" name="Google Shape;116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5" name="Google Shape;116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6" name="Google Shape;1166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7" name="Google Shape;1167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8" name="Google Shape;1168;p6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9" name="Google Shape;1169;p65"/>
          <p:cNvSpPr txBox="1">
            <a:spLocks noGrp="1"/>
          </p:cNvSpPr>
          <p:nvPr>
            <p:ph type="body" idx="3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1170" name="Google Shape;1170;p6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1" name="Google Shape;1171;p65"/>
          <p:cNvSpPr txBox="1">
            <a:spLocks noGrp="1"/>
          </p:cNvSpPr>
          <p:nvPr>
            <p:ph type="subTitle" idx="4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172" name="Google Shape;1172;p65"/>
          <p:cNvSpPr txBox="1">
            <a:spLocks noGrp="1"/>
          </p:cNvSpPr>
          <p:nvPr>
            <p:ph type="subTitle" idx="5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173" name="Google Shape;1173;p65"/>
          <p:cNvSpPr txBox="1">
            <a:spLocks noGrp="1"/>
          </p:cNvSpPr>
          <p:nvPr>
            <p:ph type="subTitle" idx="6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_2">
    <p:bg>
      <p:bgPr>
        <a:solidFill>
          <a:schemeClr val="lt2"/>
        </a:solidFill>
        <a:effectLst/>
      </p:bgPr>
    </p:bg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66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77" name="Google Shape;1177;p6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66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81" name="Google Shape;1181;p6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66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85" name="Google Shape;1185;p66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66"/>
          <p:cNvSpPr txBox="1">
            <a:spLocks noGrp="1"/>
          </p:cNvSpPr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88" name="Google Shape;1188;p66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66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66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66"/>
          <p:cNvSpPr txBox="1">
            <a:spLocks noGrp="1"/>
          </p:cNvSpPr>
          <p:nvPr>
            <p:ph type="body" idx="1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92" name="Google Shape;1192;p66"/>
          <p:cNvSpPr txBox="1">
            <a:spLocks noGrp="1"/>
          </p:cNvSpPr>
          <p:nvPr>
            <p:ph type="body" idx="2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1193" name="Google Shape;1193;p6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4" name="Google Shape;1194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5" name="Google Shape;1195;p6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6" name="Google Shape;1196;p6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7" name="Google Shape;1197;p6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8" name="Google Shape;1198;p66"/>
          <p:cNvSpPr txBox="1">
            <a:spLocks noGrp="1"/>
          </p:cNvSpPr>
          <p:nvPr>
            <p:ph type="body" idx="3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cxnSp>
        <p:nvCxnSpPr>
          <p:cNvPr id="1199" name="Google Shape;1199;p6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0" name="Google Shape;1200;p66"/>
          <p:cNvSpPr txBox="1">
            <a:spLocks noGrp="1"/>
          </p:cNvSpPr>
          <p:nvPr>
            <p:ph type="subTitle" idx="4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01" name="Google Shape;1201;p66"/>
          <p:cNvSpPr txBox="1">
            <a:spLocks noGrp="1"/>
          </p:cNvSpPr>
          <p:nvPr>
            <p:ph type="subTitle" idx="5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02" name="Google Shape;1202;p66"/>
          <p:cNvSpPr txBox="1">
            <a:spLocks noGrp="1"/>
          </p:cNvSpPr>
          <p:nvPr>
            <p:ph type="subTitle" idx="6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03" name="Google Shape;1203;p66"/>
          <p:cNvSpPr txBox="1">
            <a:spLocks noGrp="1"/>
          </p:cNvSpPr>
          <p:nvPr>
            <p:ph type="subTitle" idx="7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04" name="Google Shape;1204;p66"/>
          <p:cNvSpPr txBox="1">
            <a:spLocks noGrp="1"/>
          </p:cNvSpPr>
          <p:nvPr>
            <p:ph type="subTitle" idx="8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05" name="Google Shape;1205;p66"/>
          <p:cNvSpPr txBox="1">
            <a:spLocks noGrp="1"/>
          </p:cNvSpPr>
          <p:nvPr>
            <p:ph type="subTitle" idx="9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BLANK_1_1_1_1_1_1_1_1_1_1_1_1_1_1_1">
    <p:bg>
      <p:bgPr>
        <a:solidFill>
          <a:schemeClr val="lt2"/>
        </a:solidFill>
        <a:effectLst/>
      </p:bgPr>
    </p:bg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67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09" name="Google Shape;1209;p6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67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13" name="Google Shape;1213;p6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67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17" name="Google Shape;1217;p6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67"/>
          <p:cNvSpPr txBox="1">
            <a:spLocks noGrp="1"/>
          </p:cNvSpPr>
          <p:nvPr>
            <p:ph type="body" idx="1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20" name="Google Shape;1220;p67"/>
          <p:cNvSpPr txBox="1">
            <a:spLocks noGrp="1"/>
          </p:cNvSpPr>
          <p:nvPr>
            <p:ph type="body" idx="2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21" name="Google Shape;1221;p67"/>
          <p:cNvSpPr txBox="1">
            <a:spLocks noGrp="1"/>
          </p:cNvSpPr>
          <p:nvPr>
            <p:ph type="body" idx="3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22" name="Google Shape;1222;p67"/>
          <p:cNvSpPr txBox="1">
            <a:spLocks noGrp="1"/>
          </p:cNvSpPr>
          <p:nvPr>
            <p:ph type="body" idx="4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23" name="Google Shape;1223;p67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67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6" name="Google Shape;1226;p67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67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6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2" name="Google Shape;1232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3" name="Google Shape;1233;p6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4" name="Google Shape;1234;p6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5" name="Google Shape;1235;p6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6" name="Google Shape;1236;p6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7" name="Google Shape;1237;p67"/>
          <p:cNvSpPr txBox="1">
            <a:spLocks noGrp="1"/>
          </p:cNvSpPr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8" name="Google Shape;1238;p67"/>
          <p:cNvSpPr txBox="1">
            <a:spLocks noGrp="1"/>
          </p:cNvSpPr>
          <p:nvPr>
            <p:ph type="subTitle" idx="5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39" name="Google Shape;1239;p67"/>
          <p:cNvSpPr txBox="1">
            <a:spLocks noGrp="1"/>
          </p:cNvSpPr>
          <p:nvPr>
            <p:ph type="subTitle" idx="6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40" name="Google Shape;1240;p67"/>
          <p:cNvSpPr txBox="1">
            <a:spLocks noGrp="1"/>
          </p:cNvSpPr>
          <p:nvPr>
            <p:ph type="subTitle" idx="7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41" name="Google Shape;1241;p67"/>
          <p:cNvSpPr txBox="1">
            <a:spLocks noGrp="1"/>
          </p:cNvSpPr>
          <p:nvPr>
            <p:ph type="subTitle" idx="8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_2">
    <p:bg>
      <p:bgPr>
        <a:solidFill>
          <a:schemeClr val="lt2"/>
        </a:solidFill>
        <a:effectLst/>
      </p:bgPr>
    </p:bg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68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5" name="Google Shape;1245;p68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68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9" name="Google Shape;1249;p68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3" name="Google Shape;1253;p68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68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7" name="Google Shape;1257;p68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68"/>
          <p:cNvSpPr txBox="1">
            <a:spLocks noGrp="1"/>
          </p:cNvSpPr>
          <p:nvPr>
            <p:ph type="body" idx="1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60" name="Google Shape;1260;p68"/>
          <p:cNvSpPr txBox="1">
            <a:spLocks noGrp="1"/>
          </p:cNvSpPr>
          <p:nvPr>
            <p:ph type="body" idx="2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61" name="Google Shape;1261;p68"/>
          <p:cNvSpPr txBox="1">
            <a:spLocks noGrp="1"/>
          </p:cNvSpPr>
          <p:nvPr>
            <p:ph type="body" idx="3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62" name="Google Shape;1262;p68"/>
          <p:cNvSpPr txBox="1">
            <a:spLocks noGrp="1"/>
          </p:cNvSpPr>
          <p:nvPr>
            <p:ph type="body" idx="4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spcFirstLastPara="1" wrap="square" lIns="274300" tIns="0" rIns="18287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63" name="Google Shape;1263;p68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68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68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68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75" tIns="91425" rIns="182875" bIns="36575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6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8" name="Google Shape;1268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9" name="Google Shape;1269;p6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0" name="Google Shape;1270;p6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1" name="Google Shape;1271;p6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2" name="Google Shape;1272;p6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3" name="Google Shape;1273;p68"/>
          <p:cNvSpPr txBox="1">
            <a:spLocks noGrp="1"/>
          </p:cNvSpPr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74" name="Google Shape;1274;p68"/>
          <p:cNvSpPr txBox="1">
            <a:spLocks noGrp="1"/>
          </p:cNvSpPr>
          <p:nvPr>
            <p:ph type="subTitle" idx="5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75" name="Google Shape;1275;p68"/>
          <p:cNvSpPr txBox="1">
            <a:spLocks noGrp="1"/>
          </p:cNvSpPr>
          <p:nvPr>
            <p:ph type="subTitle" idx="6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76" name="Google Shape;1276;p68"/>
          <p:cNvSpPr txBox="1">
            <a:spLocks noGrp="1"/>
          </p:cNvSpPr>
          <p:nvPr>
            <p:ph type="subTitle" idx="7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77" name="Google Shape;1277;p68"/>
          <p:cNvSpPr txBox="1">
            <a:spLocks noGrp="1"/>
          </p:cNvSpPr>
          <p:nvPr>
            <p:ph type="subTitle" idx="8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spcFirstLastPara="1" wrap="square" lIns="274300" tIns="91425" rIns="18287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1278" name="Google Shape;1278;p68"/>
          <p:cNvSpPr txBox="1">
            <a:spLocks noGrp="1"/>
          </p:cNvSpPr>
          <p:nvPr>
            <p:ph type="subTitle" idx="9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79" name="Google Shape;1279;p68"/>
          <p:cNvSpPr txBox="1">
            <a:spLocks noGrp="1"/>
          </p:cNvSpPr>
          <p:nvPr>
            <p:ph type="subTitle" idx="1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80" name="Google Shape;1280;p68"/>
          <p:cNvSpPr txBox="1">
            <a:spLocks noGrp="1"/>
          </p:cNvSpPr>
          <p:nvPr>
            <p:ph type="subTitle" idx="14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BLANK_1_1_1_1_1_1_1_1_1_1_1_1_1_1_1_1">
    <p:bg>
      <p:bgPr>
        <a:solidFill>
          <a:schemeClr val="lt2"/>
        </a:solidFill>
        <a:effectLst/>
      </p:bgPr>
    </p:bg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9"/>
          <p:cNvSpPr>
            <a:spLocks noGrp="1"/>
          </p:cNvSpPr>
          <p:nvPr>
            <p:ph type="pic" idx="2"/>
          </p:nvPr>
        </p:nvSpPr>
        <p:spPr>
          <a:xfrm>
            <a:off x="1408925" y="1186475"/>
            <a:ext cx="6585900" cy="3497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283" name="Google Shape;1283;p69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284" name="Google Shape;1284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5" name="Google Shape;1285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6" name="Google Shape;1286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7" name="Google Shape;1287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8" name="Google Shape;1288;p6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BLANK_1_1_1_1_1_1_1_1_1_1_1_1_1_1_1_1_2">
    <p:bg>
      <p:bgPr>
        <a:solidFill>
          <a:schemeClr val="lt2"/>
        </a:solidFill>
        <a:effectLst/>
      </p:bgPr>
    </p:bg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0"/>
          <p:cNvSpPr>
            <a:spLocks noGrp="1"/>
          </p:cNvSpPr>
          <p:nvPr>
            <p:ph type="pic" idx="2"/>
          </p:nvPr>
        </p:nvSpPr>
        <p:spPr>
          <a:xfrm>
            <a:off x="1408925" y="1186475"/>
            <a:ext cx="6585900" cy="3497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291" name="Google Shape;1291;p70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292" name="Google Shape;1292;p7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3" name="Google Shape;1293;p7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4" name="Google Shape;1294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5" name="Google Shape;1295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6" name="Google Shape;1296;p7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7" name="Google Shape;1297;p70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98" name="Google Shape;1298;p70"/>
          <p:cNvSpPr txBox="1">
            <a:spLocks noGrp="1"/>
          </p:cNvSpPr>
          <p:nvPr>
            <p:ph type="subTitle" idx="3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299" name="Google Shape;1299;p70"/>
          <p:cNvSpPr txBox="1">
            <a:spLocks noGrp="1"/>
          </p:cNvSpPr>
          <p:nvPr>
            <p:ph type="subTitle" idx="4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BLANK_1_1_1_1_1_1_1_1_1_1_1_1_1_1_1_1_1">
    <p:bg>
      <p:bgPr>
        <a:solidFill>
          <a:schemeClr val="lt2"/>
        </a:solidFill>
        <a:effectLst/>
      </p:bgPr>
    </p:bg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1"/>
          <p:cNvSpPr>
            <a:spLocks noGrp="1"/>
          </p:cNvSpPr>
          <p:nvPr>
            <p:ph type="pic" idx="2"/>
          </p:nvPr>
        </p:nvSpPr>
        <p:spPr>
          <a:xfrm>
            <a:off x="779675" y="1186481"/>
            <a:ext cx="3819900" cy="21489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02" name="Google Shape;1302;p71"/>
          <p:cNvSpPr>
            <a:spLocks noGrp="1"/>
          </p:cNvSpPr>
          <p:nvPr>
            <p:ph type="pic" idx="3"/>
          </p:nvPr>
        </p:nvSpPr>
        <p:spPr>
          <a:xfrm>
            <a:off x="4798950" y="1186481"/>
            <a:ext cx="3819900" cy="21489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03" name="Google Shape;1303;p71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304" name="Google Shape;1304;p7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5" name="Google Shape;1305;p7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6" name="Google Shape;1306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7" name="Google Shape;1307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8" name="Google Shape;1308;p7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9" name="Google Shape;1309;p71"/>
          <p:cNvSpPr txBox="1">
            <a:spLocks noGrp="1"/>
          </p:cNvSpPr>
          <p:nvPr>
            <p:ph type="body" idx="1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10" name="Google Shape;1310;p71"/>
          <p:cNvSpPr txBox="1">
            <a:spLocks noGrp="1"/>
          </p:cNvSpPr>
          <p:nvPr>
            <p:ph type="body" idx="4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11" name="Google Shape;1311;p71"/>
          <p:cNvSpPr txBox="1">
            <a:spLocks noGrp="1"/>
          </p:cNvSpPr>
          <p:nvPr>
            <p:ph type="subTitle" idx="5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12" name="Google Shape;1312;p71"/>
          <p:cNvSpPr txBox="1">
            <a:spLocks noGrp="1"/>
          </p:cNvSpPr>
          <p:nvPr>
            <p:ph type="subTitle" idx="6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 - ALT 1">
  <p:cSld name="BLANK_1_1_1_1_1_1_1_1_1_1_1_1_1_1_1_1_1_2">
    <p:bg>
      <p:bgPr>
        <a:solidFill>
          <a:schemeClr val="lt2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2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15" name="Google Shape;1315;p72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16" name="Google Shape;1316;p72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17" name="Google Shape;1317;p72"/>
          <p:cNvSpPr>
            <a:spLocks noGrp="1"/>
          </p:cNvSpPr>
          <p:nvPr>
            <p:ph type="pic" idx="4"/>
          </p:nvPr>
        </p:nvSpPr>
        <p:spPr>
          <a:xfrm>
            <a:off x="779675" y="1186481"/>
            <a:ext cx="3819900" cy="21489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18" name="Google Shape;1318;p72"/>
          <p:cNvSpPr>
            <a:spLocks noGrp="1"/>
          </p:cNvSpPr>
          <p:nvPr>
            <p:ph type="pic" idx="5"/>
          </p:nvPr>
        </p:nvSpPr>
        <p:spPr>
          <a:xfrm>
            <a:off x="4798950" y="1186481"/>
            <a:ext cx="3819900" cy="21489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19" name="Google Shape;1319;p72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320" name="Google Shape;1320;p7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1" name="Google Shape;1321;p7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2" name="Google Shape;1322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3" name="Google Shape;1323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4" name="Google Shape;1324;p7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5" name="Google Shape;1325;p72"/>
          <p:cNvSpPr txBox="1">
            <a:spLocks noGrp="1"/>
          </p:cNvSpPr>
          <p:nvPr>
            <p:ph type="body" idx="6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26" name="Google Shape;1326;p72"/>
          <p:cNvSpPr txBox="1">
            <a:spLocks noGrp="1"/>
          </p:cNvSpPr>
          <p:nvPr>
            <p:ph type="body" idx="7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27" name="Google Shape;1327;p72"/>
          <p:cNvSpPr txBox="1">
            <a:spLocks noGrp="1"/>
          </p:cNvSpPr>
          <p:nvPr>
            <p:ph type="subTitle" idx="8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28" name="Google Shape;1328;p72"/>
          <p:cNvSpPr txBox="1">
            <a:spLocks noGrp="1"/>
          </p:cNvSpPr>
          <p:nvPr>
            <p:ph type="subTitle" idx="9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BLANK_1_1_1_1_1_1_1_1_1_1_1_1_1_1_1_1_1_1">
    <p:bg>
      <p:bgPr>
        <a:solidFill>
          <a:schemeClr val="lt2"/>
        </a:solidFill>
        <a:effectLst/>
      </p:bgPr>
    </p:bg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>
            <a:spLocks noGrp="1"/>
          </p:cNvSpPr>
          <p:nvPr>
            <p:ph type="pic" idx="2"/>
          </p:nvPr>
        </p:nvSpPr>
        <p:spPr>
          <a:xfrm>
            <a:off x="779638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31" name="Google Shape;1331;p73"/>
          <p:cNvSpPr>
            <a:spLocks noGrp="1"/>
          </p:cNvSpPr>
          <p:nvPr>
            <p:ph type="pic" idx="3"/>
          </p:nvPr>
        </p:nvSpPr>
        <p:spPr>
          <a:xfrm>
            <a:off x="3487091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32" name="Google Shape;1332;p73"/>
          <p:cNvSpPr>
            <a:spLocks noGrp="1"/>
          </p:cNvSpPr>
          <p:nvPr>
            <p:ph type="pic" idx="4"/>
          </p:nvPr>
        </p:nvSpPr>
        <p:spPr>
          <a:xfrm>
            <a:off x="6194533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33" name="Google Shape;1333;p73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334" name="Google Shape;133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5" name="Google Shape;133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6" name="Google Shape;133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7" name="Google Shape;133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9" name="Google Shape;1339;p73"/>
          <p:cNvSpPr txBox="1">
            <a:spLocks noGrp="1"/>
          </p:cNvSpPr>
          <p:nvPr>
            <p:ph type="body" idx="1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40" name="Google Shape;1340;p73"/>
          <p:cNvSpPr txBox="1">
            <a:spLocks noGrp="1"/>
          </p:cNvSpPr>
          <p:nvPr>
            <p:ph type="body" idx="5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41" name="Google Shape;1341;p73"/>
          <p:cNvSpPr txBox="1">
            <a:spLocks noGrp="1"/>
          </p:cNvSpPr>
          <p:nvPr>
            <p:ph type="body" idx="6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42" name="Google Shape;1342;p73"/>
          <p:cNvSpPr txBox="1">
            <a:spLocks noGrp="1"/>
          </p:cNvSpPr>
          <p:nvPr>
            <p:ph type="subTitle" idx="7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43" name="Google Shape;1343;p73"/>
          <p:cNvSpPr txBox="1">
            <a:spLocks noGrp="1"/>
          </p:cNvSpPr>
          <p:nvPr>
            <p:ph type="subTitle" idx="8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44" name="Google Shape;1344;p73"/>
          <p:cNvSpPr txBox="1">
            <a:spLocks noGrp="1"/>
          </p:cNvSpPr>
          <p:nvPr>
            <p:ph type="subTitle" idx="9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- ALT 1">
  <p:cSld name="BLANK_1_1_1_1_1_1_1_1_1_1_1_1_1_1_1_1_1_1_2">
    <p:bg>
      <p:bgPr>
        <a:solidFill>
          <a:schemeClr val="lt2"/>
        </a:solidFill>
        <a:effectLst/>
      </p:bgPr>
    </p:bg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74"/>
          <p:cNvSpPr txBox="1">
            <a:spLocks noGrp="1"/>
          </p:cNvSpPr>
          <p:nvPr>
            <p:ph type="subTitle" idx="1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47" name="Google Shape;1347;p74"/>
          <p:cNvSpPr txBox="1">
            <a:spLocks noGrp="1"/>
          </p:cNvSpPr>
          <p:nvPr>
            <p:ph type="subTitle" idx="2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48" name="Google Shape;1348;p74"/>
          <p:cNvSpPr txBox="1">
            <a:spLocks noGrp="1"/>
          </p:cNvSpPr>
          <p:nvPr>
            <p:ph type="subTitle" idx="3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49" name="Google Shape;1349;p74"/>
          <p:cNvSpPr>
            <a:spLocks noGrp="1"/>
          </p:cNvSpPr>
          <p:nvPr>
            <p:ph type="pic" idx="4"/>
          </p:nvPr>
        </p:nvSpPr>
        <p:spPr>
          <a:xfrm>
            <a:off x="779638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50" name="Google Shape;1350;p74"/>
          <p:cNvSpPr>
            <a:spLocks noGrp="1"/>
          </p:cNvSpPr>
          <p:nvPr>
            <p:ph type="pic" idx="5"/>
          </p:nvPr>
        </p:nvSpPr>
        <p:spPr>
          <a:xfrm>
            <a:off x="3487091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51" name="Google Shape;1351;p74"/>
          <p:cNvSpPr>
            <a:spLocks noGrp="1"/>
          </p:cNvSpPr>
          <p:nvPr>
            <p:ph type="pic" idx="6"/>
          </p:nvPr>
        </p:nvSpPr>
        <p:spPr>
          <a:xfrm>
            <a:off x="6194533" y="1448025"/>
            <a:ext cx="2424300" cy="15603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52" name="Google Shape;1352;p74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353" name="Google Shape;135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4" name="Google Shape;135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5" name="Google Shape;135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6" name="Google Shape;135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7" name="Google Shape;1357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8" name="Google Shape;1358;p74"/>
          <p:cNvSpPr txBox="1">
            <a:spLocks noGrp="1"/>
          </p:cNvSpPr>
          <p:nvPr>
            <p:ph type="body" idx="7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59" name="Google Shape;1359;p74"/>
          <p:cNvSpPr txBox="1">
            <a:spLocks noGrp="1"/>
          </p:cNvSpPr>
          <p:nvPr>
            <p:ph type="body" idx="8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60" name="Google Shape;1360;p74"/>
          <p:cNvSpPr txBox="1">
            <a:spLocks noGrp="1"/>
          </p:cNvSpPr>
          <p:nvPr>
            <p:ph type="body" idx="9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361" name="Google Shape;1361;p74"/>
          <p:cNvSpPr txBox="1">
            <a:spLocks noGrp="1"/>
          </p:cNvSpPr>
          <p:nvPr>
            <p:ph type="subTitle" idx="13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62" name="Google Shape;1362;p74"/>
          <p:cNvSpPr txBox="1">
            <a:spLocks noGrp="1"/>
          </p:cNvSpPr>
          <p:nvPr>
            <p:ph type="subTitle" idx="14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363" name="Google Shape;1363;p74"/>
          <p:cNvSpPr txBox="1">
            <a:spLocks noGrp="1"/>
          </p:cNvSpPr>
          <p:nvPr>
            <p:ph type="subTitle" idx="15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spcFirstLastPara="1" wrap="square" lIns="18287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BLANK_1_1_1_1_1_1_1_1_1_1_1_1_1_1_1_1_1_1_1">
    <p:bg>
      <p:bgPr>
        <a:solidFill>
          <a:schemeClr val="lt2"/>
        </a:solidFill>
        <a:effectLst/>
      </p:bgPr>
    </p:bg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>
            <a:spLocks noGrp="1"/>
          </p:cNvSpPr>
          <p:nvPr>
            <p:ph type="pic" idx="2"/>
          </p:nvPr>
        </p:nvSpPr>
        <p:spPr>
          <a:xfrm>
            <a:off x="1540250" y="1039100"/>
            <a:ext cx="6585900" cy="34005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366" name="Google Shape;1366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7" name="Google Shape;1367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8" name="Google Shape;1368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9" name="Google Shape;1369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 - ALT 1">
  <p:cSld name="BLANK_1_1_1_1_1_1_1_1_1_1_1_1_1_1_1_1_1_1_1_2">
    <p:bg>
      <p:bgPr>
        <a:solidFill>
          <a:schemeClr val="lt2"/>
        </a:solidFill>
        <a:effectLst/>
      </p:bgPr>
    </p:bg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"/>
          <p:cNvSpPr txBox="1">
            <a:spLocks noGrp="1"/>
          </p:cNvSpPr>
          <p:nvPr>
            <p:ph type="subTitle" idx="1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72" name="Google Shape;1372;p76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73" name="Google Shape;1373;p76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74" name="Google Shape;1374;p76"/>
          <p:cNvSpPr>
            <a:spLocks noGrp="1"/>
          </p:cNvSpPr>
          <p:nvPr>
            <p:ph type="pic" idx="4"/>
          </p:nvPr>
        </p:nvSpPr>
        <p:spPr>
          <a:xfrm>
            <a:off x="1540250" y="1039100"/>
            <a:ext cx="6585900" cy="34005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375" name="Google Shape;1375;p7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6" name="Google Shape;1376;p7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7" name="Google Shape;1377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8" name="Google Shape;1378;p7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BLANK_1_1_1_1_1_1_1_1_1_1_1_1_1_1_1_1_1_1_1_1">
    <p:bg>
      <p:bgPr>
        <a:solidFill>
          <a:schemeClr val="lt2"/>
        </a:solidFill>
        <a:effectLst/>
      </p:bgPr>
    </p:bg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7"/>
          <p:cNvSpPr>
            <a:spLocks noGrp="1"/>
          </p:cNvSpPr>
          <p:nvPr>
            <p:ph type="pic" idx="2"/>
          </p:nvPr>
        </p:nvSpPr>
        <p:spPr>
          <a:xfrm>
            <a:off x="1907087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1" name="Google Shape;1381;p77"/>
          <p:cNvSpPr>
            <a:spLocks noGrp="1"/>
          </p:cNvSpPr>
          <p:nvPr>
            <p:ph type="pic" idx="3"/>
          </p:nvPr>
        </p:nvSpPr>
        <p:spPr>
          <a:xfrm>
            <a:off x="3898886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2" name="Google Shape;1382;p77"/>
          <p:cNvSpPr>
            <a:spLocks noGrp="1"/>
          </p:cNvSpPr>
          <p:nvPr>
            <p:ph type="pic" idx="4"/>
          </p:nvPr>
        </p:nvSpPr>
        <p:spPr>
          <a:xfrm>
            <a:off x="5890685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3" name="Google Shape;1383;p77"/>
          <p:cNvSpPr>
            <a:spLocks noGrp="1"/>
          </p:cNvSpPr>
          <p:nvPr>
            <p:ph type="pic" idx="5"/>
          </p:nvPr>
        </p:nvSpPr>
        <p:spPr>
          <a:xfrm>
            <a:off x="1907087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4" name="Google Shape;1384;p77"/>
          <p:cNvSpPr>
            <a:spLocks noGrp="1"/>
          </p:cNvSpPr>
          <p:nvPr>
            <p:ph type="pic" idx="6"/>
          </p:nvPr>
        </p:nvSpPr>
        <p:spPr>
          <a:xfrm>
            <a:off x="3898886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5" name="Google Shape;1385;p77"/>
          <p:cNvSpPr>
            <a:spLocks noGrp="1"/>
          </p:cNvSpPr>
          <p:nvPr>
            <p:ph type="pic" idx="7"/>
          </p:nvPr>
        </p:nvSpPr>
        <p:spPr>
          <a:xfrm>
            <a:off x="5890685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6" name="Google Shape;1386;p77"/>
          <p:cNvSpPr>
            <a:spLocks noGrp="1"/>
          </p:cNvSpPr>
          <p:nvPr>
            <p:ph type="pic" idx="8"/>
          </p:nvPr>
        </p:nvSpPr>
        <p:spPr>
          <a:xfrm>
            <a:off x="1907087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7" name="Google Shape;1387;p77"/>
          <p:cNvSpPr>
            <a:spLocks noGrp="1"/>
          </p:cNvSpPr>
          <p:nvPr>
            <p:ph type="pic" idx="9"/>
          </p:nvPr>
        </p:nvSpPr>
        <p:spPr>
          <a:xfrm>
            <a:off x="3898886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88" name="Google Shape;1388;p77"/>
          <p:cNvSpPr>
            <a:spLocks noGrp="1"/>
          </p:cNvSpPr>
          <p:nvPr>
            <p:ph type="pic" idx="13"/>
          </p:nvPr>
        </p:nvSpPr>
        <p:spPr>
          <a:xfrm>
            <a:off x="5890685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389" name="Google Shape;1389;p7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0" name="Google Shape;1390;p7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1" name="Google Shape;1391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3" name="Google Shape;1393;p77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394" name="Google Shape;1394;p7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 - ALT 1">
  <p:cSld name="BLANK_1_1_1_1_1_1_1_1_1_1_1_1_1_1_1_1_1_1_1_1_1">
    <p:bg>
      <p:bgPr>
        <a:solidFill>
          <a:schemeClr val="lt2"/>
        </a:solidFill>
        <a:effectLst/>
      </p:bgPr>
    </p:bg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8"/>
          <p:cNvSpPr txBox="1">
            <a:spLocks noGrp="1"/>
          </p:cNvSpPr>
          <p:nvPr>
            <p:ph type="subTitle" idx="1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97" name="Google Shape;1397;p78"/>
          <p:cNvSpPr txBox="1">
            <a:spLocks noGrp="1"/>
          </p:cNvSpPr>
          <p:nvPr>
            <p:ph type="subTitle" idx="2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98" name="Google Shape;1398;p78"/>
          <p:cNvSpPr txBox="1">
            <a:spLocks noGrp="1"/>
          </p:cNvSpPr>
          <p:nvPr>
            <p:ph type="subTitle" idx="3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>
            <a:endParaRPr/>
          </a:p>
        </p:txBody>
      </p:sp>
      <p:sp>
        <p:nvSpPr>
          <p:cNvPr id="1399" name="Google Shape;1399;p78"/>
          <p:cNvSpPr>
            <a:spLocks noGrp="1"/>
          </p:cNvSpPr>
          <p:nvPr>
            <p:ph type="pic" idx="4"/>
          </p:nvPr>
        </p:nvSpPr>
        <p:spPr>
          <a:xfrm>
            <a:off x="1907087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0" name="Google Shape;1400;p78"/>
          <p:cNvSpPr>
            <a:spLocks noGrp="1"/>
          </p:cNvSpPr>
          <p:nvPr>
            <p:ph type="pic" idx="5"/>
          </p:nvPr>
        </p:nvSpPr>
        <p:spPr>
          <a:xfrm>
            <a:off x="3898886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1" name="Google Shape;1401;p78"/>
          <p:cNvSpPr>
            <a:spLocks noGrp="1"/>
          </p:cNvSpPr>
          <p:nvPr>
            <p:ph type="pic" idx="6"/>
          </p:nvPr>
        </p:nvSpPr>
        <p:spPr>
          <a:xfrm>
            <a:off x="5890685" y="1245243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2" name="Google Shape;1402;p78"/>
          <p:cNvSpPr>
            <a:spLocks noGrp="1"/>
          </p:cNvSpPr>
          <p:nvPr>
            <p:ph type="pic" idx="7"/>
          </p:nvPr>
        </p:nvSpPr>
        <p:spPr>
          <a:xfrm>
            <a:off x="1907087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3" name="Google Shape;1403;p78"/>
          <p:cNvSpPr>
            <a:spLocks noGrp="1"/>
          </p:cNvSpPr>
          <p:nvPr>
            <p:ph type="pic" idx="8"/>
          </p:nvPr>
        </p:nvSpPr>
        <p:spPr>
          <a:xfrm>
            <a:off x="3898886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4" name="Google Shape;1404;p78"/>
          <p:cNvSpPr>
            <a:spLocks noGrp="1"/>
          </p:cNvSpPr>
          <p:nvPr>
            <p:ph type="pic" idx="9"/>
          </p:nvPr>
        </p:nvSpPr>
        <p:spPr>
          <a:xfrm>
            <a:off x="5890685" y="2409575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5" name="Google Shape;1405;p78"/>
          <p:cNvSpPr>
            <a:spLocks noGrp="1"/>
          </p:cNvSpPr>
          <p:nvPr>
            <p:ph type="pic" idx="13"/>
          </p:nvPr>
        </p:nvSpPr>
        <p:spPr>
          <a:xfrm>
            <a:off x="1907087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6" name="Google Shape;1406;p78"/>
          <p:cNvSpPr>
            <a:spLocks noGrp="1"/>
          </p:cNvSpPr>
          <p:nvPr>
            <p:ph type="pic" idx="14"/>
          </p:nvPr>
        </p:nvSpPr>
        <p:spPr>
          <a:xfrm>
            <a:off x="3898886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07" name="Google Shape;1407;p78"/>
          <p:cNvSpPr>
            <a:spLocks noGrp="1"/>
          </p:cNvSpPr>
          <p:nvPr>
            <p:ph type="pic" idx="15"/>
          </p:nvPr>
        </p:nvSpPr>
        <p:spPr>
          <a:xfrm>
            <a:off x="5890685" y="3573907"/>
            <a:ext cx="1868700" cy="10512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cxnSp>
        <p:nvCxnSpPr>
          <p:cNvPr id="1408" name="Google Shape;1408;p7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9" name="Google Shape;1409;p7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0" name="Google Shape;1410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1" name="Google Shape;1411;p7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2" name="Google Shape;1412;p78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>
            <a:endParaRPr/>
          </a:p>
        </p:txBody>
      </p:sp>
      <p:cxnSp>
        <p:nvCxnSpPr>
          <p:cNvPr id="1413" name="Google Shape;1413;p7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6" name="Google Shape;1416;p7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9" name="Google Shape;1419;p8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0" name="Google Shape;1420;p8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60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  <p:sldLayoutId id="2147483720" r:id="rId58"/>
    <p:sldLayoutId id="2147483721" r:id="rId59"/>
    <p:sldLayoutId id="2147483722" r:id="rId60"/>
    <p:sldLayoutId id="2147483723" r:id="rId61"/>
    <p:sldLayoutId id="2147483724" r:id="rId62"/>
    <p:sldLayoutId id="2147483725" r:id="rId63"/>
    <p:sldLayoutId id="2147483726" r:id="rId64"/>
    <p:sldLayoutId id="2147483727" r:id="rId6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82"/>
          <p:cNvSpPr txBox="1">
            <a:spLocks noGrp="1"/>
          </p:cNvSpPr>
          <p:nvPr>
            <p:ph type="title"/>
          </p:nvPr>
        </p:nvSpPr>
        <p:spPr>
          <a:xfrm>
            <a:off x="521800" y="717950"/>
            <a:ext cx="8100900" cy="15315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 i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Confronto tra SVM Classica e Quantistica con Kernel Fissi e Addestrabili</a:t>
            </a:r>
            <a:endParaRPr sz="3300" i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503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82"/>
          <p:cNvSpPr txBox="1">
            <a:spLocks noGrp="1"/>
          </p:cNvSpPr>
          <p:nvPr>
            <p:ph type="subTitle" idx="1"/>
          </p:nvPr>
        </p:nvSpPr>
        <p:spPr>
          <a:xfrm>
            <a:off x="521550" y="2836325"/>
            <a:ext cx="8100900" cy="338700"/>
          </a:xfrm>
          <a:prstGeom prst="rect">
            <a:avLst/>
          </a:prstGeom>
        </p:spPr>
        <p:txBody>
          <a:bodyPr spcFirstLastPara="1" wrap="square" lIns="274300" tIns="91425" rIns="18287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Davide Cinelli (269491), Giuseppe Cuiuri (269480)</a:t>
            </a:r>
            <a:endParaRPr sz="2000"/>
          </a:p>
        </p:txBody>
      </p:sp>
      <p:sp>
        <p:nvSpPr>
          <p:cNvPr id="1428" name="Google Shape;1428;p82"/>
          <p:cNvSpPr txBox="1">
            <a:spLocks noGrp="1"/>
          </p:cNvSpPr>
          <p:nvPr>
            <p:ph type="subTitle" idx="4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A.A. 2024/2025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4" name="Google Shape;1434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9" name="Google Shape;1439;p83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1" name="Google Shape;1441;p83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5" name="Google Shape;1445;p83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9" name="Google Shape;1449;p83"/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1" name="Google Shape;1451;p8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83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83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83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83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8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8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9" name="Google Shape;1459;p83"/>
          <p:cNvSpPr txBox="1">
            <a:spLocks noGrp="1"/>
          </p:cNvSpPr>
          <p:nvPr>
            <p:ph type="subTitle" idx="1"/>
          </p:nvPr>
        </p:nvSpPr>
        <p:spPr>
          <a:xfrm>
            <a:off x="1040775" y="656388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 b="1">
                <a:latin typeface="Inter"/>
                <a:ea typeface="Inter"/>
                <a:cs typeface="Inter"/>
                <a:sym typeface="Inter"/>
              </a:rPr>
              <a:t>Obiettivi del progetto</a:t>
            </a:r>
            <a:endParaRPr sz="25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0" name="Google Shape;1460;p83"/>
          <p:cNvSpPr txBox="1">
            <a:spLocks noGrp="1"/>
          </p:cNvSpPr>
          <p:nvPr>
            <p:ph type="title"/>
          </p:nvPr>
        </p:nvSpPr>
        <p:spPr>
          <a:xfrm flipH="1">
            <a:off x="1040775" y="2069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Analizzare kernel fissi e kernel quantistici addestrabili</a:t>
            </a:r>
            <a:endParaRPr/>
          </a:p>
        </p:txBody>
      </p:sp>
      <p:sp>
        <p:nvSpPr>
          <p:cNvPr id="1461" name="Google Shape;1461;p83"/>
          <p:cNvSpPr txBox="1">
            <a:spLocks noGrp="1"/>
          </p:cNvSpPr>
          <p:nvPr>
            <p:ph type="title" idx="5"/>
          </p:nvPr>
        </p:nvSpPr>
        <p:spPr>
          <a:xfrm flipH="1">
            <a:off x="1040825" y="2815325"/>
            <a:ext cx="79758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"/>
              <a:t>Valutare prestazioni, robustezza e costi computazionali</a:t>
            </a:r>
            <a:endParaRPr/>
          </a:p>
        </p:txBody>
      </p:sp>
      <p:sp>
        <p:nvSpPr>
          <p:cNvPr id="1464" name="Google Shape;1464;p83"/>
          <p:cNvSpPr txBox="1">
            <a:spLocks noGrp="1"/>
          </p:cNvSpPr>
          <p:nvPr>
            <p:ph type="title" idx="9"/>
          </p:nvPr>
        </p:nvSpPr>
        <p:spPr>
          <a:xfrm flipH="1">
            <a:off x="1040775" y="1428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Confrontare SVM classiche e Quantum SVM (QSVM)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4" name="Google Shape;2354;p103"/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6" name="Google Shape;2356;p103"/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7" name="Google Shape;2357;p10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8" name="Google Shape;2358;p10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9" name="Google Shape;2359;p10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0" name="Google Shape;2360;p103"/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1" name="Google Shape;2361;p10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2" name="Google Shape;2362;p103"/>
          <p:cNvSpPr txBox="1">
            <a:spLocks noGrp="1"/>
          </p:cNvSpPr>
          <p:nvPr>
            <p:ph type="subTitle" idx="1"/>
          </p:nvPr>
        </p:nvSpPr>
        <p:spPr>
          <a:xfrm>
            <a:off x="2951450" y="2798820"/>
            <a:ext cx="1910700" cy="22398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dirty="0">
                <a:solidFill>
                  <a:schemeClr val="lt2"/>
                </a:solidFill>
              </a:rPr>
              <a:t>Mappa i dati in uno spazio ad alta dimensione dove </a:t>
            </a:r>
            <a:r>
              <a:rPr lang="en" sz="1400" dirty="0">
                <a:solidFill>
                  <a:srgbClr val="E1DCD8"/>
                </a:solidFill>
              </a:rPr>
              <a:t>diventano</a:t>
            </a:r>
            <a:r>
              <a:rPr lang="en" sz="1400" dirty="0">
                <a:solidFill>
                  <a:schemeClr val="lt2"/>
                </a:solidFill>
              </a:rPr>
              <a:t> separabili.</a:t>
            </a:r>
            <a:endParaRPr sz="1400"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400"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400" dirty="0">
              <a:solidFill>
                <a:schemeClr val="lt2"/>
              </a:solidFill>
            </a:endParaRPr>
          </a:p>
        </p:txBody>
      </p:sp>
      <p:sp>
        <p:nvSpPr>
          <p:cNvPr id="2364" name="Google Shape;2364;p103"/>
          <p:cNvSpPr txBox="1">
            <a:spLocks noGrp="1"/>
          </p:cNvSpPr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/>
              <a:t> </a:t>
            </a:r>
            <a:endParaRPr sz="1400"/>
          </a:p>
        </p:txBody>
      </p:sp>
      <p:sp>
        <p:nvSpPr>
          <p:cNvPr id="2365" name="Google Shape;2365;p103"/>
          <p:cNvSpPr txBox="1">
            <a:spLocks noGrp="1"/>
          </p:cNvSpPr>
          <p:nvPr>
            <p:ph type="title" idx="2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 </a:t>
            </a:r>
            <a:endParaRPr sz="1500"/>
          </a:p>
        </p:txBody>
      </p:sp>
      <p:sp>
        <p:nvSpPr>
          <p:cNvPr id="2366" name="Google Shape;2366;p103"/>
          <p:cNvSpPr txBox="1">
            <a:spLocks noGrp="1"/>
          </p:cNvSpPr>
          <p:nvPr>
            <p:ph type="subTitle" idx="6"/>
          </p:nvPr>
        </p:nvSpPr>
        <p:spPr>
          <a:xfrm>
            <a:off x="1042100" y="2726250"/>
            <a:ext cx="1910700" cy="19332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/>
              <a:t>Classificatore supervisionato per problemi lineari e non lineari.</a:t>
            </a:r>
            <a:endParaRPr sz="135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35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/>
              <a:t>Cerca l’iperpiano con margine massimo tra due classi.</a:t>
            </a:r>
            <a:endParaRPr sz="135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35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350"/>
          </a:p>
        </p:txBody>
      </p:sp>
      <p:sp>
        <p:nvSpPr>
          <p:cNvPr id="2368" name="Google Shape;2368;p103"/>
          <p:cNvSpPr txBox="1">
            <a:spLocks noGrp="1"/>
          </p:cNvSpPr>
          <p:nvPr>
            <p:ph type="subTitle" idx="7"/>
          </p:nvPr>
        </p:nvSpPr>
        <p:spPr>
          <a:xfrm>
            <a:off x="4867250" y="2798820"/>
            <a:ext cx="1910700" cy="1359524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dirty="0"/>
              <a:t>Evita il calcolo esplicito della trasformazione grazie alla funzione kernel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400" dirty="0"/>
          </a:p>
        </p:txBody>
      </p:sp>
      <p:sp>
        <p:nvSpPr>
          <p:cNvPr id="2369" name="Google Shape;2369;p103"/>
          <p:cNvSpPr txBox="1">
            <a:spLocks noGrp="1"/>
          </p:cNvSpPr>
          <p:nvPr>
            <p:ph type="title" idx="4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-IT" sz="1400" dirty="0"/>
              <a:t> </a:t>
            </a:r>
            <a:endParaRPr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0" name="Google Shape;2370;p103"/>
              <p:cNvSpPr txBox="1">
                <a:spLocks noGrp="1"/>
              </p:cNvSpPr>
              <p:nvPr>
                <p:ph type="subTitle" idx="13"/>
              </p:nvPr>
            </p:nvSpPr>
            <p:spPr>
              <a:xfrm>
                <a:off x="6771473" y="2726249"/>
                <a:ext cx="1995149" cy="2344226"/>
              </a:xfrm>
              <a:prstGeom prst="rect">
                <a:avLst/>
              </a:prstGeom>
            </p:spPr>
            <p:txBody>
              <a:bodyPr spcFirstLastPara="1" wrap="square" lIns="274300" tIns="182875" rIns="182875" bIns="0" anchor="t" anchorCtr="0">
                <a:normAutofit fontScale="92500"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r>
                  <a:rPr lang="en" sz="1400" dirty="0">
                    <a:solidFill>
                      <a:schemeClr val="lt2"/>
                    </a:solidFill>
                  </a:rPr>
                  <a:t>Lineare</a:t>
                </a: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" sz="1400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endParaRPr lang="en" sz="1400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r>
                  <a:rPr lang="en" sz="1400" dirty="0">
                    <a:solidFill>
                      <a:schemeClr val="lt2"/>
                    </a:solidFill>
                  </a:rPr>
                  <a:t>Polinomiale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i="1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it-IT" sz="1400" i="1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i="1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sz="1400" i="1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400" b="0" i="1" smtClean="0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400" i="1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it-IT" sz="1400" i="1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400" b="0" i="1" smtClean="0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it-IT" sz="1400" b="0" i="1" smtClean="0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" sz="1400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endParaRPr lang="en" sz="1400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r>
                  <a:rPr lang="en" sz="1400" dirty="0">
                    <a:solidFill>
                      <a:schemeClr val="lt2"/>
                    </a:solidFill>
                  </a:rPr>
                  <a:t>RBF</a:t>
                </a:r>
              </a:p>
              <a:p>
                <a:pPr marL="0" lv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l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1400" b="0" i="1" smtClean="0">
                              <a:solidFill>
                                <a:schemeClr val="l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it-IT" sz="1400" i="1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1400" b="0" i="1" smtClean="0">
                                      <a:solidFill>
                                        <a:schemeClr val="l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it-IT" sz="1400" b="0" i="1" smtClean="0">
                                          <a:solidFill>
                                            <a:schemeClr val="l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it-IT" sz="1400" b="0" i="1" smtClean="0">
                                              <a:solidFill>
                                                <a:schemeClr val="l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400" b="0" i="1" smtClean="0">
                                              <a:solidFill>
                                                <a:schemeClr val="l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it-IT" sz="1400" b="0" i="1" smtClean="0">
                                              <a:solidFill>
                                                <a:schemeClr val="l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it-IT" sz="1400" b="0" i="1" smtClean="0">
                                              <a:solidFill>
                                                <a:schemeClr val="l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it-IT" sz="1400" b="0" i="1" smtClean="0">
                                      <a:solidFill>
                                        <a:schemeClr val="l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1400" b="0" i="1" smtClean="0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it-IT" sz="1400" b="0" i="1" smtClean="0">
                                      <a:solidFill>
                                        <a:schemeClr val="l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400" b="0" i="1" smtClean="0">
                                      <a:solidFill>
                                        <a:schemeClr val="lt2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it-IT" sz="1400" b="0" i="1" smtClean="0">
                                      <a:solidFill>
                                        <a:schemeClr val="l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sz="1400" dirty="0">
                  <a:solidFill>
                    <a:schemeClr val="lt2"/>
                  </a:solidFill>
                </a:endParaRPr>
              </a:p>
            </p:txBody>
          </p:sp>
        </mc:Choice>
        <mc:Fallback>
          <p:sp>
            <p:nvSpPr>
              <p:cNvPr id="2370" name="Google Shape;2370;p10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3"/>
              </p:nvPr>
            </p:nvSpPr>
            <p:spPr>
              <a:xfrm>
                <a:off x="6771473" y="2726249"/>
                <a:ext cx="1995149" cy="23442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5" name="Google Shape;2375;p103"/>
          <p:cNvSpPr txBox="1">
            <a:spLocks noGrp="1"/>
          </p:cNvSpPr>
          <p:nvPr>
            <p:ph type="title" idx="19"/>
          </p:nvPr>
        </p:nvSpPr>
        <p:spPr>
          <a:xfrm flipH="1">
            <a:off x="1046200" y="772500"/>
            <a:ext cx="7582200" cy="15711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dirty="0">
                <a:solidFill>
                  <a:schemeClr val="lt2"/>
                </a:solidFill>
              </a:rPr>
              <a:t>SVM (Support Vector Machine) classica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A80E68-4165-E6EE-1705-D78F03844F9F}"/>
              </a:ext>
            </a:extLst>
          </p:cNvPr>
          <p:cNvSpPr txBox="1"/>
          <p:nvPr/>
        </p:nvSpPr>
        <p:spPr>
          <a:xfrm>
            <a:off x="2957899" y="2409371"/>
            <a:ext cx="3815621" cy="555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1DCD8"/>
              </a:buClr>
              <a:buSzPts val="1200"/>
              <a:buFont typeface="Inter Medium"/>
              <a:buNone/>
              <a:tabLst/>
              <a:defRPr/>
            </a:pPr>
            <a:r>
              <a:rPr kumimoji="0" lang="it-IT" b="1" i="0" u="none" strike="noStrike" kern="0" cap="none" spc="0" normalizeH="0" baseline="0" noProof="0" dirty="0">
                <a:ln>
                  <a:noFill/>
                </a:ln>
                <a:solidFill>
                  <a:srgbClr val="E1DCD8"/>
                </a:solidFill>
                <a:effectLst/>
                <a:uLnTx/>
                <a:uFillTx/>
                <a:latin typeface="Inter Medium"/>
                <a:ea typeface="Inter Medium"/>
                <a:sym typeface="Inter Medium"/>
              </a:rPr>
              <a:t>Kernel </a:t>
            </a:r>
            <a:r>
              <a:rPr kumimoji="0" lang="it-IT" b="1" i="0" u="none" strike="noStrike" kern="0" cap="none" spc="0" normalizeH="0" baseline="0" noProof="0" dirty="0" err="1">
                <a:ln>
                  <a:noFill/>
                </a:ln>
                <a:solidFill>
                  <a:srgbClr val="E1DCD8"/>
                </a:solidFill>
                <a:effectLst/>
                <a:uLnTx/>
                <a:uFillTx/>
                <a:latin typeface="Inter Medium"/>
                <a:ea typeface="Inter Medium"/>
                <a:sym typeface="Inter Medium"/>
              </a:rPr>
              <a:t>Trick</a:t>
            </a:r>
            <a:endParaRPr kumimoji="0" lang="it-IT" b="1" i="0" u="none" strike="noStrike" kern="0" cap="none" spc="0" normalizeH="0" baseline="0" noProof="0" dirty="0">
              <a:ln>
                <a:noFill/>
              </a:ln>
              <a:solidFill>
                <a:srgbClr val="E1DCD8"/>
              </a:solidFill>
              <a:effectLst/>
              <a:uLnTx/>
              <a:uFillTx/>
              <a:latin typeface="Inter Medium"/>
              <a:ea typeface="Inter Medium"/>
              <a:sym typeface="Inter Medium"/>
            </a:endParaRPr>
          </a:p>
          <a:p>
            <a:pPr algn="ctr"/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C02D69E-1BF4-5592-1731-45B4CF7DFBE9}"/>
                  </a:ext>
                </a:extLst>
              </p:cNvPr>
              <p:cNvSpPr txBox="1"/>
              <p:nvPr/>
            </p:nvSpPr>
            <p:spPr>
              <a:xfrm>
                <a:off x="3606800" y="4281714"/>
                <a:ext cx="2581771" cy="613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1DCD8"/>
                  </a:buClr>
                  <a:buSzPts val="1200"/>
                  <a:buFont typeface="Inter Medium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𝐾</m:t>
                      </m:r>
                      <m:d>
                        <m:dPr>
                          <m:ctrlP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</m:ctrlPr>
                            </m:sSubPr>
                            <m:e>
                              <m: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</m:ctrlPr>
                            </m:sSubPr>
                            <m:e>
                              <m: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ar-AE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E1DCD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Inter Medium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=⟨</m:t>
                      </m:r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𝜑</m:t>
                      </m:r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(</m:t>
                      </m:r>
                      <m:sSub>
                        <m:sSubPr>
                          <m:ctrlP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</m:ctrlPr>
                        </m:sSubPr>
                        <m:e>
                          <m: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  <m:t>𝑥</m:t>
                          </m:r>
                        </m:e>
                        <m:sub>
                          <m: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  <m:t>𝑖</m:t>
                          </m:r>
                        </m:sub>
                      </m:sSub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),</m:t>
                      </m:r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𝜑</m:t>
                      </m:r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(</m:t>
                      </m:r>
                      <m:sSub>
                        <m:sSubPr>
                          <m:ctrlP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</m:ctrlPr>
                        </m:sSubPr>
                        <m:e>
                          <m: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  <m:t>𝑥</m:t>
                          </m:r>
                        </m:e>
                        <m:sub>
                          <m:r>
                            <a:rPr kumimoji="0" lang="ar-AE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E1DCD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Inter Medium"/>
                            </a:rPr>
                            <m:t>𝑗</m:t>
                          </m:r>
                        </m:sub>
                      </m:sSub>
                      <m:r>
                        <a:rPr kumimoji="0" lang="ar-AE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E1DCD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Inter Medium"/>
                        </a:rPr>
                        <m:t>)⟩</m:t>
                      </m:r>
                    </m:oMath>
                  </m:oMathPara>
                </a14:m>
                <a:endParaRPr kumimoji="0" lang="ar-AE" b="0" i="0" u="none" strike="noStrike" kern="0" cap="none" spc="0" normalizeH="0" baseline="0" noProof="0" dirty="0">
                  <a:ln>
                    <a:noFill/>
                  </a:ln>
                  <a:solidFill>
                    <a:srgbClr val="E1DCD8"/>
                  </a:solidFill>
                  <a:effectLst/>
                  <a:uLnTx/>
                  <a:uFillTx/>
                  <a:latin typeface="Inter Medium"/>
                  <a:ea typeface="Inter Medium"/>
                  <a:sym typeface="Inter Medium"/>
                </a:endParaRPr>
              </a:p>
              <a:p>
                <a:endParaRPr lang="it-IT" dirty="0"/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C02D69E-1BF4-5592-1731-45B4CF7DF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800" y="4281714"/>
                <a:ext cx="2581771" cy="613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Support vector machine - Wikipedia">
            <a:extLst>
              <a:ext uri="{FF2B5EF4-FFF2-40B4-BE49-F238E27FC236}">
                <a16:creationId xmlns:a16="http://schemas.microsoft.com/office/drawing/2014/main" id="{5DA41B2C-409A-3779-5FE2-A53873759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150" y="616784"/>
            <a:ext cx="1485548" cy="144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0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67F4CD08-01C0-077A-27C9-70CAE7E5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4" name="Google Shape;2354;p103">
            <a:extLst>
              <a:ext uri="{FF2B5EF4-FFF2-40B4-BE49-F238E27FC236}">
                <a16:creationId xmlns:a16="http://schemas.microsoft.com/office/drawing/2014/main" id="{0199D474-AA42-1BE0-6AB1-BAB6D48EA7DC}"/>
              </a:ext>
            </a:extLst>
          </p:cNvPr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6" name="Google Shape;2356;p103">
            <a:extLst>
              <a:ext uri="{FF2B5EF4-FFF2-40B4-BE49-F238E27FC236}">
                <a16:creationId xmlns:a16="http://schemas.microsoft.com/office/drawing/2014/main" id="{EE6DD827-26FF-1B84-BB30-4C560C8A5254}"/>
              </a:ext>
            </a:extLst>
          </p:cNvPr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7" name="Google Shape;2357;p103">
            <a:extLst>
              <a:ext uri="{FF2B5EF4-FFF2-40B4-BE49-F238E27FC236}">
                <a16:creationId xmlns:a16="http://schemas.microsoft.com/office/drawing/2014/main" id="{4B2F868D-1742-70FA-CAB5-598A3CDFC4A7}"/>
              </a:ext>
            </a:extLst>
          </p:cNvPr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8" name="Google Shape;2358;p103">
            <a:extLst>
              <a:ext uri="{FF2B5EF4-FFF2-40B4-BE49-F238E27FC236}">
                <a16:creationId xmlns:a16="http://schemas.microsoft.com/office/drawing/2014/main" id="{0F2CB483-8C6F-39DE-3B07-4D78000FFF25}"/>
              </a:ext>
            </a:extLst>
          </p:cNvPr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9" name="Google Shape;2359;p103">
            <a:extLst>
              <a:ext uri="{FF2B5EF4-FFF2-40B4-BE49-F238E27FC236}">
                <a16:creationId xmlns:a16="http://schemas.microsoft.com/office/drawing/2014/main" id="{F483C550-ED35-386B-AF7B-19A0ED3D902A}"/>
              </a:ext>
            </a:extLst>
          </p:cNvPr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0" name="Google Shape;2360;p103">
            <a:extLst>
              <a:ext uri="{FF2B5EF4-FFF2-40B4-BE49-F238E27FC236}">
                <a16:creationId xmlns:a16="http://schemas.microsoft.com/office/drawing/2014/main" id="{B208B38B-B7D0-CEE8-12D5-30890C7B1A78}"/>
              </a:ext>
            </a:extLst>
          </p:cNvPr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1" name="Google Shape;2361;p103">
            <a:extLst>
              <a:ext uri="{FF2B5EF4-FFF2-40B4-BE49-F238E27FC236}">
                <a16:creationId xmlns:a16="http://schemas.microsoft.com/office/drawing/2014/main" id="{5FE6CB9F-56EB-8236-0F9B-66E8ABD06B14}"/>
              </a:ext>
            </a:extLst>
          </p:cNvPr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62" name="Google Shape;2362;p103">
                <a:extLst>
                  <a:ext uri="{FF2B5EF4-FFF2-40B4-BE49-F238E27FC236}">
                    <a16:creationId xmlns:a16="http://schemas.microsoft.com/office/drawing/2014/main" id="{29B2B579-EA2B-4914-ECBF-798CE209A8B8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2951450" y="2798820"/>
                <a:ext cx="1910700" cy="2239800"/>
              </a:xfrm>
              <a:prstGeom prst="rect">
                <a:avLst/>
              </a:prstGeom>
            </p:spPr>
            <p:txBody>
              <a:bodyPr spcFirstLastPara="1" wrap="square" lIns="274300" tIns="182875" rIns="182875" bIns="0" anchor="t" anchorCtr="0">
                <a:normAutofit fontScale="92500" lnSpcReduction="10000"/>
              </a:bodyPr>
              <a:lstStyle/>
              <a:p>
                <a:pPr marL="0" lvl="0" indent="0"/>
                <a:r>
                  <a:rPr lang="it-IT" sz="1400" dirty="0">
                    <a:solidFill>
                      <a:schemeClr val="lt2"/>
                    </a:solidFill>
                  </a:rPr>
                  <a:t>Quantum feature </a:t>
                </a:r>
                <a:r>
                  <a:rPr lang="it-IT" sz="1400" dirty="0" err="1">
                    <a:solidFill>
                      <a:schemeClr val="lt2"/>
                    </a:solidFill>
                  </a:rPr>
                  <a:t>map</a:t>
                </a:r>
                <a:r>
                  <a:rPr lang="it-IT" sz="1400" dirty="0">
                    <a:solidFill>
                      <a:schemeClr val="lt2"/>
                    </a:solidFill>
                  </a:rPr>
                  <a:t>, che m</a:t>
                </a:r>
                <a:r>
                  <a:rPr lang="it-IT" sz="1400" dirty="0"/>
                  <a:t>appa ogni input x in uno </a:t>
                </a:r>
                <a:r>
                  <a:rPr lang="it-IT" sz="1400" b="1" dirty="0"/>
                  <a:t>stato quantistico </a:t>
                </a:r>
                <a14:m>
                  <m:oMath xmlns:m="http://schemas.openxmlformats.org/officeDocument/2006/math"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1400" dirty="0"/>
                  <a:t> tramite un </a:t>
                </a:r>
                <a:r>
                  <a:rPr lang="it-IT" sz="1400" b="1" dirty="0"/>
                  <a:t>circuito parametrizzato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𝝋</m:t>
                        </m:r>
                      </m:sub>
                    </m:sSub>
                    <m:d>
                      <m:d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it-IT" sz="1400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endParaRPr lang="it-IT" dirty="0">
                  <a:solidFill>
                    <a:schemeClr val="lt2"/>
                  </a:solidFill>
                </a:endParaRPr>
              </a:p>
              <a:p>
                <a:pPr marL="0" lvl="0" indent="0"/>
                <a:endParaRPr lang="it-IT" dirty="0">
                  <a:solidFill>
                    <a:schemeClr val="lt2"/>
                  </a:solidFill>
                </a:endParaRPr>
              </a:p>
              <a:p>
                <a:pPr marL="0" lvl="0" indent="0"/>
                <a:endParaRPr lang="it-IT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endParaRPr lang="it-IT" dirty="0">
                  <a:solidFill>
                    <a:schemeClr val="lt2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None/>
                </a:pPr>
                <a:endParaRPr dirty="0">
                  <a:solidFill>
                    <a:schemeClr val="lt2"/>
                  </a:solidFill>
                </a:endParaRPr>
              </a:p>
            </p:txBody>
          </p:sp>
        </mc:Choice>
        <mc:Fallback>
          <p:sp>
            <p:nvSpPr>
              <p:cNvPr id="2362" name="Google Shape;2362;p103">
                <a:extLst>
                  <a:ext uri="{FF2B5EF4-FFF2-40B4-BE49-F238E27FC236}">
                    <a16:creationId xmlns:a16="http://schemas.microsoft.com/office/drawing/2014/main" id="{29B2B579-EA2B-4914-ECBF-798CE209A8B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951450" y="2798820"/>
                <a:ext cx="1910700" cy="223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4" name="Google Shape;2364;p103">
            <a:extLst>
              <a:ext uri="{FF2B5EF4-FFF2-40B4-BE49-F238E27FC236}">
                <a16:creationId xmlns:a16="http://schemas.microsoft.com/office/drawing/2014/main" id="{2D92F92B-3CF8-7BE7-888A-F56E6F2DED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 </a:t>
            </a:r>
            <a:endParaRPr sz="1500"/>
          </a:p>
        </p:txBody>
      </p:sp>
      <p:sp>
        <p:nvSpPr>
          <p:cNvPr id="2365" name="Google Shape;2365;p103">
            <a:extLst>
              <a:ext uri="{FF2B5EF4-FFF2-40B4-BE49-F238E27FC236}">
                <a16:creationId xmlns:a16="http://schemas.microsoft.com/office/drawing/2014/main" id="{0F99C466-FE42-E7B1-A2B6-1E28B4E6F2F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 </a:t>
            </a:r>
            <a:endParaRPr sz="1500"/>
          </a:p>
        </p:txBody>
      </p:sp>
      <p:sp>
        <p:nvSpPr>
          <p:cNvPr id="2366" name="Google Shape;2366;p103">
            <a:extLst>
              <a:ext uri="{FF2B5EF4-FFF2-40B4-BE49-F238E27FC236}">
                <a16:creationId xmlns:a16="http://schemas.microsoft.com/office/drawing/2014/main" id="{37FC9DE8-339A-F0DA-D1B7-3582580F4F8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996308" y="2831358"/>
            <a:ext cx="1910700" cy="1933200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Autofit/>
          </a:bodyPr>
          <a:lstStyle/>
          <a:p>
            <a:pPr marL="0" lvl="0" indent="0">
              <a:lnSpc>
                <a:spcPct val="95000"/>
              </a:lnSpc>
              <a:buSzPts val="688"/>
            </a:pPr>
            <a:r>
              <a:rPr lang="it-IT" sz="1400" dirty="0"/>
              <a:t>Estendono le SVM classiche usando circuiti quantistici.</a:t>
            </a:r>
            <a:endParaRPr sz="135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35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350" dirty="0"/>
          </a:p>
        </p:txBody>
      </p:sp>
      <p:sp>
        <p:nvSpPr>
          <p:cNvPr id="2368" name="Google Shape;2368;p103">
            <a:extLst>
              <a:ext uri="{FF2B5EF4-FFF2-40B4-BE49-F238E27FC236}">
                <a16:creationId xmlns:a16="http://schemas.microsoft.com/office/drawing/2014/main" id="{C256F110-B9F5-D92D-D77A-2E21F28A0D3B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867250" y="2798820"/>
            <a:ext cx="1910700" cy="1359524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/>
          <a:p>
            <a:pPr marL="0" indent="0"/>
            <a:r>
              <a:rPr lang="it-IT" sz="1400" dirty="0"/>
              <a:t>Quantum kernel, che calcola la </a:t>
            </a:r>
            <a:r>
              <a:rPr lang="it-IT" sz="1400" b="1" dirty="0"/>
              <a:t>similarità quantistica</a:t>
            </a:r>
            <a:r>
              <a:rPr lang="it-IT" sz="1400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</p:txBody>
      </p:sp>
      <p:sp>
        <p:nvSpPr>
          <p:cNvPr id="2369" name="Google Shape;2369;p103">
            <a:extLst>
              <a:ext uri="{FF2B5EF4-FFF2-40B4-BE49-F238E27FC236}">
                <a16:creationId xmlns:a16="http://schemas.microsoft.com/office/drawing/2014/main" id="{2FC73975-E62A-AB35-795E-6C442B52A16A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-IT" sz="1500" dirty="0"/>
              <a:t> </a:t>
            </a:r>
            <a:endParaRPr sz="1500" dirty="0"/>
          </a:p>
        </p:txBody>
      </p:sp>
      <p:sp>
        <p:nvSpPr>
          <p:cNvPr id="2370" name="Google Shape;2370;p103">
            <a:extLst>
              <a:ext uri="{FF2B5EF4-FFF2-40B4-BE49-F238E27FC236}">
                <a16:creationId xmlns:a16="http://schemas.microsoft.com/office/drawing/2014/main" id="{C29AF258-73BB-9E88-49F0-59D1077BBA8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771473" y="2726249"/>
            <a:ext cx="2024180" cy="2344226"/>
          </a:xfrm>
          <a:prstGeom prst="rect">
            <a:avLst/>
          </a:prstGeom>
        </p:spPr>
        <p:txBody>
          <a:bodyPr spcFirstLastPara="1" wrap="square" lIns="274300" tIns="182875" rIns="182875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-IT" sz="1400" dirty="0">
                <a:solidFill>
                  <a:schemeClr val="lt2"/>
                </a:solidFill>
              </a:rPr>
              <a:t>Vantaggi teorici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it-IT" sz="1400" dirty="0">
              <a:solidFill>
                <a:schemeClr val="lt2"/>
              </a:solidFill>
            </a:endParaRPr>
          </a:p>
          <a:p>
            <a:pPr marL="103188" lvl="0" indent="-103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lt2"/>
                </a:solidFill>
              </a:rPr>
              <a:t>Espressività elevata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it-IT" sz="1400" dirty="0">
              <a:solidFill>
                <a:schemeClr val="lt2"/>
              </a:solidFill>
            </a:endParaRPr>
          </a:p>
          <a:p>
            <a:pPr marL="103188" lvl="0" indent="-103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lt2"/>
                </a:solidFill>
              </a:rPr>
              <a:t>Efficienza quantistica</a:t>
            </a:r>
            <a:endParaRPr sz="1400" dirty="0">
              <a:solidFill>
                <a:schemeClr val="lt2"/>
              </a:solidFill>
            </a:endParaRPr>
          </a:p>
        </p:txBody>
      </p:sp>
      <p:sp>
        <p:nvSpPr>
          <p:cNvPr id="2375" name="Google Shape;2375;p103">
            <a:extLst>
              <a:ext uri="{FF2B5EF4-FFF2-40B4-BE49-F238E27FC236}">
                <a16:creationId xmlns:a16="http://schemas.microsoft.com/office/drawing/2014/main" id="{763E8E84-08F4-A47A-1EAE-F38DF55A81D1}"/>
              </a:ext>
            </a:extLst>
          </p:cNvPr>
          <p:cNvSpPr txBox="1">
            <a:spLocks noGrp="1"/>
          </p:cNvSpPr>
          <p:nvPr>
            <p:ph type="title" idx="19"/>
          </p:nvPr>
        </p:nvSpPr>
        <p:spPr>
          <a:xfrm flipH="1">
            <a:off x="1046200" y="772500"/>
            <a:ext cx="7582200" cy="15711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dirty="0">
                <a:solidFill>
                  <a:schemeClr val="lt2"/>
                </a:solidFill>
              </a:rPr>
              <a:t>SVM (Support Vector Machine) quantistica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1028" name="Picture 4" descr="Support vector machine - Wikipedia">
            <a:extLst>
              <a:ext uri="{FF2B5EF4-FFF2-40B4-BE49-F238E27FC236}">
                <a16:creationId xmlns:a16="http://schemas.microsoft.com/office/drawing/2014/main" id="{5CDD06C5-C229-98D4-7632-269C46E7E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150" y="616784"/>
            <a:ext cx="1485548" cy="144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Google Shape;2356;p103">
            <a:extLst>
              <a:ext uri="{FF2B5EF4-FFF2-40B4-BE49-F238E27FC236}">
                <a16:creationId xmlns:a16="http://schemas.microsoft.com/office/drawing/2014/main" id="{C4ECDB84-D325-F048-BA39-676B083B4A7D}"/>
              </a:ext>
            </a:extLst>
          </p:cNvPr>
          <p:cNvCxnSpPr/>
          <p:nvPr/>
        </p:nvCxnSpPr>
        <p:spPr>
          <a:xfrm>
            <a:off x="4832063" y="2336269"/>
            <a:ext cx="0" cy="2799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2364;p103">
            <a:extLst>
              <a:ext uri="{FF2B5EF4-FFF2-40B4-BE49-F238E27FC236}">
                <a16:creationId xmlns:a16="http://schemas.microsoft.com/office/drawing/2014/main" id="{653B185C-CD7B-A7A4-FE2D-4AEAC761CD63}"/>
              </a:ext>
            </a:extLst>
          </p:cNvPr>
          <p:cNvSpPr txBox="1">
            <a:spLocks/>
          </p:cNvSpPr>
          <p:nvPr/>
        </p:nvSpPr>
        <p:spPr>
          <a:xfrm>
            <a:off x="4833313" y="2336269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 b="0" i="0" u="none" strike="noStrike" cap="none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r>
              <a:rPr lang="en" sz="150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791AD4E-D98F-A660-949F-C48DE49098BD}"/>
                  </a:ext>
                </a:extLst>
              </p:cNvPr>
              <p:cNvSpPr txBox="1"/>
              <p:nvPr/>
            </p:nvSpPr>
            <p:spPr>
              <a:xfrm>
                <a:off x="4581632" y="4144338"/>
                <a:ext cx="24819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smtClean="0">
                          <a:solidFill>
                            <a:srgbClr val="E1DCD8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sz="1200" i="1">
                          <a:solidFill>
                            <a:srgbClr val="E1DCD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it-IT" sz="1200">
                                  <a:solidFill>
                                    <a:srgbClr val="E1DCD8"/>
                                  </a:solidFill>
                                </a:rPr>
                                <m:t>⟨</m:t>
                              </m:r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it-IT" sz="1200" i="1">
                                      <a:solidFill>
                                        <a:srgbClr val="E1DCD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i="1">
                                      <a:solidFill>
                                        <a:srgbClr val="E1DCD8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200" i="1">
                                  <a:solidFill>
                                    <a:srgbClr val="E1DCD8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it-IT" sz="1200">
                                  <a:solidFill>
                                    <a:srgbClr val="E1DCD8"/>
                                  </a:solidFill>
                                </a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a:rPr lang="it-IT" sz="1200" i="1">
                              <a:solidFill>
                                <a:srgbClr val="E1DCD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1200" dirty="0">
                  <a:solidFill>
                    <a:srgbClr val="E1DCD8"/>
                  </a:solidFill>
                </a:endParaRPr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791AD4E-D98F-A660-949F-C48DE4909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632" y="4144338"/>
                <a:ext cx="2481936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78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>
          <a:extLst>
            <a:ext uri="{FF2B5EF4-FFF2-40B4-BE49-F238E27FC236}">
              <a16:creationId xmlns:a16="http://schemas.microsoft.com/office/drawing/2014/main" id="{BC6EE06C-6976-4320-BF79-BA4F260A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>
            <a:extLst>
              <a:ext uri="{FF2B5EF4-FFF2-40B4-BE49-F238E27FC236}">
                <a16:creationId xmlns:a16="http://schemas.microsoft.com/office/drawing/2014/main" id="{5DCE6B0C-8396-A2F9-5FB1-29DFC879A6AE}"/>
              </a:ext>
            </a:extLst>
          </p:cNvPr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4" name="Google Shape;1434;p83">
            <a:extLst>
              <a:ext uri="{FF2B5EF4-FFF2-40B4-BE49-F238E27FC236}">
                <a16:creationId xmlns:a16="http://schemas.microsoft.com/office/drawing/2014/main" id="{0773D509-BCBA-836C-A520-C386D18BC8A0}"/>
              </a:ext>
            </a:extLst>
          </p:cNvPr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9" name="Google Shape;1439;p83">
            <a:extLst>
              <a:ext uri="{FF2B5EF4-FFF2-40B4-BE49-F238E27FC236}">
                <a16:creationId xmlns:a16="http://schemas.microsoft.com/office/drawing/2014/main" id="{9A4C1A1A-3DDA-9D32-282C-0E371A8E9C9C}"/>
              </a:ext>
            </a:extLst>
          </p:cNvPr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>
              <a:extLst>
                <a:ext uri="{FF2B5EF4-FFF2-40B4-BE49-F238E27FC236}">
                  <a16:creationId xmlns:a16="http://schemas.microsoft.com/office/drawing/2014/main" id="{B7A1CCF6-F70D-EFEF-5255-A109E05B1F93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1" name="Google Shape;1441;p83">
              <a:extLst>
                <a:ext uri="{FF2B5EF4-FFF2-40B4-BE49-F238E27FC236}">
                  <a16:creationId xmlns:a16="http://schemas.microsoft.com/office/drawing/2014/main" id="{19AA0514-9B8A-545C-AB61-B3CEB51507C2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>
              <a:extLst>
                <a:ext uri="{FF2B5EF4-FFF2-40B4-BE49-F238E27FC236}">
                  <a16:creationId xmlns:a16="http://schemas.microsoft.com/office/drawing/2014/main" id="{D40A83D1-73AB-057D-E252-AD8FC5D1D4B4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>
            <a:extLst>
              <a:ext uri="{FF2B5EF4-FFF2-40B4-BE49-F238E27FC236}">
                <a16:creationId xmlns:a16="http://schemas.microsoft.com/office/drawing/2014/main" id="{EC6DEBA6-E129-3C41-9635-D2B69F48F812}"/>
              </a:ext>
            </a:extLst>
          </p:cNvPr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>
              <a:extLst>
                <a:ext uri="{FF2B5EF4-FFF2-40B4-BE49-F238E27FC236}">
                  <a16:creationId xmlns:a16="http://schemas.microsoft.com/office/drawing/2014/main" id="{151B6A68-B4C9-902D-6E19-3A1D6200B6F2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5" name="Google Shape;1445;p83">
              <a:extLst>
                <a:ext uri="{FF2B5EF4-FFF2-40B4-BE49-F238E27FC236}">
                  <a16:creationId xmlns:a16="http://schemas.microsoft.com/office/drawing/2014/main" id="{F1FA2BA6-221B-7BDD-7207-7CB9FA5E391E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>
              <a:extLst>
                <a:ext uri="{FF2B5EF4-FFF2-40B4-BE49-F238E27FC236}">
                  <a16:creationId xmlns:a16="http://schemas.microsoft.com/office/drawing/2014/main" id="{06EAC589-7B88-15B5-6322-6E8E2A6BF4A7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>
            <a:extLst>
              <a:ext uri="{FF2B5EF4-FFF2-40B4-BE49-F238E27FC236}">
                <a16:creationId xmlns:a16="http://schemas.microsoft.com/office/drawing/2014/main" id="{961791C6-6E9B-E59D-6AAA-F3C35B84B7C5}"/>
              </a:ext>
            </a:extLst>
          </p:cNvPr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>
              <a:extLst>
                <a:ext uri="{FF2B5EF4-FFF2-40B4-BE49-F238E27FC236}">
                  <a16:creationId xmlns:a16="http://schemas.microsoft.com/office/drawing/2014/main" id="{AE1E3E5B-43F8-A825-5719-5A15E957D333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9" name="Google Shape;1449;p83">
              <a:extLst>
                <a:ext uri="{FF2B5EF4-FFF2-40B4-BE49-F238E27FC236}">
                  <a16:creationId xmlns:a16="http://schemas.microsoft.com/office/drawing/2014/main" id="{FFBF5A6C-ED1B-4053-6372-B2BF3E31DD08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>
              <a:extLst>
                <a:ext uri="{FF2B5EF4-FFF2-40B4-BE49-F238E27FC236}">
                  <a16:creationId xmlns:a16="http://schemas.microsoft.com/office/drawing/2014/main" id="{DA30EB3D-6CAD-4729-3165-623F98581A95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1" name="Google Shape;1451;p83">
            <a:extLst>
              <a:ext uri="{FF2B5EF4-FFF2-40B4-BE49-F238E27FC236}">
                <a16:creationId xmlns:a16="http://schemas.microsoft.com/office/drawing/2014/main" id="{23135446-DE7A-896B-61D1-0A4C67BF7799}"/>
              </a:ext>
            </a:extLst>
          </p:cNvPr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83">
            <a:extLst>
              <a:ext uri="{FF2B5EF4-FFF2-40B4-BE49-F238E27FC236}">
                <a16:creationId xmlns:a16="http://schemas.microsoft.com/office/drawing/2014/main" id="{4CAAF31F-2C97-3775-972A-6B1BE0738AE7}"/>
              </a:ext>
            </a:extLst>
          </p:cNvPr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83">
            <a:extLst>
              <a:ext uri="{FF2B5EF4-FFF2-40B4-BE49-F238E27FC236}">
                <a16:creationId xmlns:a16="http://schemas.microsoft.com/office/drawing/2014/main" id="{D3FEB6C6-80F3-70D8-F5A0-620055BDFFF7}"/>
              </a:ext>
            </a:extLst>
          </p:cNvPr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83">
            <a:extLst>
              <a:ext uri="{FF2B5EF4-FFF2-40B4-BE49-F238E27FC236}">
                <a16:creationId xmlns:a16="http://schemas.microsoft.com/office/drawing/2014/main" id="{CA2A0EDB-CF13-7BB4-311E-8DB3C9739D5A}"/>
              </a:ext>
            </a:extLst>
          </p:cNvPr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83">
            <a:extLst>
              <a:ext uri="{FF2B5EF4-FFF2-40B4-BE49-F238E27FC236}">
                <a16:creationId xmlns:a16="http://schemas.microsoft.com/office/drawing/2014/main" id="{77AB83A9-3508-63F2-DE1D-7CA590F12551}"/>
              </a:ext>
            </a:extLst>
          </p:cNvPr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83">
            <a:extLst>
              <a:ext uri="{FF2B5EF4-FFF2-40B4-BE49-F238E27FC236}">
                <a16:creationId xmlns:a16="http://schemas.microsoft.com/office/drawing/2014/main" id="{1C51C8A5-9D7F-94BA-C401-93379C3038F3}"/>
              </a:ext>
            </a:extLst>
          </p:cNvPr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83">
            <a:extLst>
              <a:ext uri="{FF2B5EF4-FFF2-40B4-BE49-F238E27FC236}">
                <a16:creationId xmlns:a16="http://schemas.microsoft.com/office/drawing/2014/main" id="{5C22D16B-6FE0-AB8A-15D4-C1444FCB263D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83">
            <a:extLst>
              <a:ext uri="{FF2B5EF4-FFF2-40B4-BE49-F238E27FC236}">
                <a16:creationId xmlns:a16="http://schemas.microsoft.com/office/drawing/2014/main" id="{6DB17ADA-B21C-5AEE-7B3A-26D34DB96340}"/>
              </a:ext>
            </a:extLst>
          </p:cNvPr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9" name="Google Shape;1459;p83">
            <a:extLst>
              <a:ext uri="{FF2B5EF4-FFF2-40B4-BE49-F238E27FC236}">
                <a16:creationId xmlns:a16="http://schemas.microsoft.com/office/drawing/2014/main" id="{79803784-EDC0-68E3-14A1-FD2AA419B7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0775" y="656388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 b="1" dirty="0">
                <a:latin typeface="Inter"/>
                <a:ea typeface="Inter"/>
                <a:cs typeface="Inter"/>
                <a:sym typeface="Inter"/>
              </a:rPr>
              <a:t>Dataset scelto</a:t>
            </a:r>
            <a:endParaRPr sz="25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0" name="Google Shape;1460;p83">
            <a:extLst>
              <a:ext uri="{FF2B5EF4-FFF2-40B4-BE49-F238E27FC236}">
                <a16:creationId xmlns:a16="http://schemas.microsoft.com/office/drawing/2014/main" id="{89C2280D-5A37-CC51-72B6-EF2321F03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040775" y="2069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pPr lvl="0"/>
            <a:r>
              <a:rPr lang="it-IT" dirty="0"/>
              <a:t>150 campioni, 3 classi: Setosa, </a:t>
            </a:r>
            <a:r>
              <a:rPr lang="it-IT" dirty="0" err="1"/>
              <a:t>Versicolor</a:t>
            </a:r>
            <a:r>
              <a:rPr lang="it-IT" dirty="0"/>
              <a:t>, </a:t>
            </a:r>
            <a:r>
              <a:rPr lang="it-IT" dirty="0" err="1"/>
              <a:t>Virginica</a:t>
            </a:r>
            <a:endParaRPr dirty="0"/>
          </a:p>
        </p:txBody>
      </p:sp>
      <p:sp>
        <p:nvSpPr>
          <p:cNvPr id="1461" name="Google Shape;1461;p83">
            <a:extLst>
              <a:ext uri="{FF2B5EF4-FFF2-40B4-BE49-F238E27FC236}">
                <a16:creationId xmlns:a16="http://schemas.microsoft.com/office/drawing/2014/main" id="{C68E37D3-120C-2085-35CA-EF0D25BDC59D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 flipH="1">
            <a:off x="1040825" y="2815325"/>
            <a:ext cx="79758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r>
              <a:rPr lang="it-IT" dirty="0"/>
              <a:t>4 feature: lunghezza/larghezza sepalo e petalo</a:t>
            </a:r>
          </a:p>
        </p:txBody>
      </p:sp>
      <p:sp>
        <p:nvSpPr>
          <p:cNvPr id="1464" name="Google Shape;1464;p83">
            <a:extLst>
              <a:ext uri="{FF2B5EF4-FFF2-40B4-BE49-F238E27FC236}">
                <a16:creationId xmlns:a16="http://schemas.microsoft.com/office/drawing/2014/main" id="{2683395C-012E-04A2-B69C-DED0EBA5FD0B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 flipH="1">
            <a:off x="1040775" y="1428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Dataset Iris (</a:t>
            </a:r>
            <a:r>
              <a:rPr lang="it-IT" dirty="0" err="1"/>
              <a:t>scikit-learn</a:t>
            </a:r>
            <a:r>
              <a:rPr lang="it-IT" dirty="0"/>
              <a:t>)</a:t>
            </a:r>
          </a:p>
        </p:txBody>
      </p:sp>
      <p:sp>
        <p:nvSpPr>
          <p:cNvPr id="11" name="Google Shape;1461;p83">
            <a:extLst>
              <a:ext uri="{FF2B5EF4-FFF2-40B4-BE49-F238E27FC236}">
                <a16:creationId xmlns:a16="http://schemas.microsoft.com/office/drawing/2014/main" id="{31F0221A-D8CC-EA4C-3190-0DB6A37C1B50}"/>
              </a:ext>
            </a:extLst>
          </p:cNvPr>
          <p:cNvSpPr txBox="1">
            <a:spLocks/>
          </p:cNvSpPr>
          <p:nvPr/>
        </p:nvSpPr>
        <p:spPr>
          <a:xfrm flipH="1">
            <a:off x="1056065" y="4301225"/>
            <a:ext cx="79758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302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>
          <a:extLst>
            <a:ext uri="{FF2B5EF4-FFF2-40B4-BE49-F238E27FC236}">
              <a16:creationId xmlns:a16="http://schemas.microsoft.com/office/drawing/2014/main" id="{D9BB8A1C-076B-DB4A-C131-0AF50C25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>
            <a:extLst>
              <a:ext uri="{FF2B5EF4-FFF2-40B4-BE49-F238E27FC236}">
                <a16:creationId xmlns:a16="http://schemas.microsoft.com/office/drawing/2014/main" id="{CFD825D7-81A2-E7C6-C9D8-1F505F6F690C}"/>
              </a:ext>
            </a:extLst>
          </p:cNvPr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4" name="Google Shape;1434;p83">
            <a:extLst>
              <a:ext uri="{FF2B5EF4-FFF2-40B4-BE49-F238E27FC236}">
                <a16:creationId xmlns:a16="http://schemas.microsoft.com/office/drawing/2014/main" id="{C5CC00A2-07C6-52D8-0A6C-56D0D79771B1}"/>
              </a:ext>
            </a:extLst>
          </p:cNvPr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9" name="Google Shape;1439;p83">
            <a:extLst>
              <a:ext uri="{FF2B5EF4-FFF2-40B4-BE49-F238E27FC236}">
                <a16:creationId xmlns:a16="http://schemas.microsoft.com/office/drawing/2014/main" id="{7884AFBB-CF86-BD7B-10AF-35E89AE506A7}"/>
              </a:ext>
            </a:extLst>
          </p:cNvPr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>
              <a:extLst>
                <a:ext uri="{FF2B5EF4-FFF2-40B4-BE49-F238E27FC236}">
                  <a16:creationId xmlns:a16="http://schemas.microsoft.com/office/drawing/2014/main" id="{1E3B39B6-9067-8724-8111-F60C93A08804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1" name="Google Shape;1441;p83">
              <a:extLst>
                <a:ext uri="{FF2B5EF4-FFF2-40B4-BE49-F238E27FC236}">
                  <a16:creationId xmlns:a16="http://schemas.microsoft.com/office/drawing/2014/main" id="{31C5205A-27C3-75C6-F418-A769011AE28F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>
              <a:extLst>
                <a:ext uri="{FF2B5EF4-FFF2-40B4-BE49-F238E27FC236}">
                  <a16:creationId xmlns:a16="http://schemas.microsoft.com/office/drawing/2014/main" id="{AF71B95B-3B19-764F-0B5C-672EC1A53C12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>
            <a:extLst>
              <a:ext uri="{FF2B5EF4-FFF2-40B4-BE49-F238E27FC236}">
                <a16:creationId xmlns:a16="http://schemas.microsoft.com/office/drawing/2014/main" id="{B198A457-8A7D-5199-20F9-74A0BAEAC239}"/>
              </a:ext>
            </a:extLst>
          </p:cNvPr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>
              <a:extLst>
                <a:ext uri="{FF2B5EF4-FFF2-40B4-BE49-F238E27FC236}">
                  <a16:creationId xmlns:a16="http://schemas.microsoft.com/office/drawing/2014/main" id="{ABA04636-BFAF-9DEC-275A-6C84D1C8A7A0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5" name="Google Shape;1445;p83">
              <a:extLst>
                <a:ext uri="{FF2B5EF4-FFF2-40B4-BE49-F238E27FC236}">
                  <a16:creationId xmlns:a16="http://schemas.microsoft.com/office/drawing/2014/main" id="{60579C75-89D0-9C02-B06C-890FDEA95F84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>
              <a:extLst>
                <a:ext uri="{FF2B5EF4-FFF2-40B4-BE49-F238E27FC236}">
                  <a16:creationId xmlns:a16="http://schemas.microsoft.com/office/drawing/2014/main" id="{9A8E6EDB-8902-952D-4EFC-F2C199A71D8B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>
            <a:extLst>
              <a:ext uri="{FF2B5EF4-FFF2-40B4-BE49-F238E27FC236}">
                <a16:creationId xmlns:a16="http://schemas.microsoft.com/office/drawing/2014/main" id="{7DA022B2-7609-83D0-2E50-EA47683486CE}"/>
              </a:ext>
            </a:extLst>
          </p:cNvPr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>
              <a:extLst>
                <a:ext uri="{FF2B5EF4-FFF2-40B4-BE49-F238E27FC236}">
                  <a16:creationId xmlns:a16="http://schemas.microsoft.com/office/drawing/2014/main" id="{B827E45B-F90A-B7BE-7F2F-07E0219B768A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9" name="Google Shape;1449;p83">
              <a:extLst>
                <a:ext uri="{FF2B5EF4-FFF2-40B4-BE49-F238E27FC236}">
                  <a16:creationId xmlns:a16="http://schemas.microsoft.com/office/drawing/2014/main" id="{D50D574D-FE8C-6263-57A0-3CE95DC6AF8F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>
              <a:extLst>
                <a:ext uri="{FF2B5EF4-FFF2-40B4-BE49-F238E27FC236}">
                  <a16:creationId xmlns:a16="http://schemas.microsoft.com/office/drawing/2014/main" id="{4BB859DD-AFC5-00E1-DB9B-AC41441F15D3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1" name="Google Shape;1451;p83">
            <a:extLst>
              <a:ext uri="{FF2B5EF4-FFF2-40B4-BE49-F238E27FC236}">
                <a16:creationId xmlns:a16="http://schemas.microsoft.com/office/drawing/2014/main" id="{243EC36C-2EBF-93A9-528E-124B366071B3}"/>
              </a:ext>
            </a:extLst>
          </p:cNvPr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83">
            <a:extLst>
              <a:ext uri="{FF2B5EF4-FFF2-40B4-BE49-F238E27FC236}">
                <a16:creationId xmlns:a16="http://schemas.microsoft.com/office/drawing/2014/main" id="{C8E882E2-59D0-DFA5-6DC7-EECB76BD1347}"/>
              </a:ext>
            </a:extLst>
          </p:cNvPr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83">
            <a:extLst>
              <a:ext uri="{FF2B5EF4-FFF2-40B4-BE49-F238E27FC236}">
                <a16:creationId xmlns:a16="http://schemas.microsoft.com/office/drawing/2014/main" id="{D08900F7-30E0-1316-90A4-F7ED3E4EF44B}"/>
              </a:ext>
            </a:extLst>
          </p:cNvPr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83">
            <a:extLst>
              <a:ext uri="{FF2B5EF4-FFF2-40B4-BE49-F238E27FC236}">
                <a16:creationId xmlns:a16="http://schemas.microsoft.com/office/drawing/2014/main" id="{B5456D4C-BDC5-2AA4-4A7A-053E1B1534F9}"/>
              </a:ext>
            </a:extLst>
          </p:cNvPr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83">
            <a:extLst>
              <a:ext uri="{FF2B5EF4-FFF2-40B4-BE49-F238E27FC236}">
                <a16:creationId xmlns:a16="http://schemas.microsoft.com/office/drawing/2014/main" id="{7B3F9332-8889-8EF7-CE82-AF9E189DFB4B}"/>
              </a:ext>
            </a:extLst>
          </p:cNvPr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83">
            <a:extLst>
              <a:ext uri="{FF2B5EF4-FFF2-40B4-BE49-F238E27FC236}">
                <a16:creationId xmlns:a16="http://schemas.microsoft.com/office/drawing/2014/main" id="{F4DA2D30-A72F-075A-647D-93111D85130E}"/>
              </a:ext>
            </a:extLst>
          </p:cNvPr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83">
            <a:extLst>
              <a:ext uri="{FF2B5EF4-FFF2-40B4-BE49-F238E27FC236}">
                <a16:creationId xmlns:a16="http://schemas.microsoft.com/office/drawing/2014/main" id="{FE43C982-6A72-BC0E-28BB-13D567826C5D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83">
            <a:extLst>
              <a:ext uri="{FF2B5EF4-FFF2-40B4-BE49-F238E27FC236}">
                <a16:creationId xmlns:a16="http://schemas.microsoft.com/office/drawing/2014/main" id="{C3D2B008-8F0F-483D-7E41-BE4292BE1A9B}"/>
              </a:ext>
            </a:extLst>
          </p:cNvPr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9" name="Google Shape;1459;p83">
            <a:extLst>
              <a:ext uri="{FF2B5EF4-FFF2-40B4-BE49-F238E27FC236}">
                <a16:creationId xmlns:a16="http://schemas.microsoft.com/office/drawing/2014/main" id="{7BC65C28-58FA-1F76-F70C-5CAB879E72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0775" y="656388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 b="1" dirty="0">
                <a:latin typeface="Inter"/>
                <a:ea typeface="Inter"/>
                <a:cs typeface="Inter"/>
                <a:sym typeface="Inter"/>
              </a:rPr>
              <a:t>Preprocessing</a:t>
            </a:r>
            <a:endParaRPr sz="25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0" name="Google Shape;1460;p83">
            <a:extLst>
              <a:ext uri="{FF2B5EF4-FFF2-40B4-BE49-F238E27FC236}">
                <a16:creationId xmlns:a16="http://schemas.microsoft.com/office/drawing/2014/main" id="{D9A34F64-D259-2B6B-8311-157F81691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040775" y="2069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Normalizzazione con </a:t>
            </a:r>
            <a:r>
              <a:rPr lang="it-IT" dirty="0" err="1"/>
              <a:t>StandardScaler</a:t>
            </a:r>
            <a:endParaRPr dirty="0"/>
          </a:p>
        </p:txBody>
      </p:sp>
      <p:sp>
        <p:nvSpPr>
          <p:cNvPr id="1461" name="Google Shape;1461;p83">
            <a:extLst>
              <a:ext uri="{FF2B5EF4-FFF2-40B4-BE49-F238E27FC236}">
                <a16:creationId xmlns:a16="http://schemas.microsoft.com/office/drawing/2014/main" id="{5190CC13-C666-2B61-CB9F-A98D3F3B659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 flipH="1">
            <a:off x="1040825" y="2815325"/>
            <a:ext cx="79758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r>
              <a:rPr lang="en-US" dirty="0"/>
              <a:t>Split 70% train / 30% test con stratified splitting</a:t>
            </a:r>
            <a:endParaRPr lang="it-IT" dirty="0"/>
          </a:p>
        </p:txBody>
      </p:sp>
      <p:sp>
        <p:nvSpPr>
          <p:cNvPr id="1464" name="Google Shape;1464;p83">
            <a:extLst>
              <a:ext uri="{FF2B5EF4-FFF2-40B4-BE49-F238E27FC236}">
                <a16:creationId xmlns:a16="http://schemas.microsoft.com/office/drawing/2014/main" id="{310BB6AD-7F3A-F83C-42DE-860C9687FB92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 flipH="1">
            <a:off x="1040775" y="1428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Scelta automatica di 2 feature con </a:t>
            </a:r>
            <a:r>
              <a:rPr lang="it-IT" dirty="0" err="1"/>
              <a:t>SelectKBest</a:t>
            </a:r>
            <a:endParaRPr lang="it-IT" dirty="0"/>
          </a:p>
        </p:txBody>
      </p:sp>
      <p:sp>
        <p:nvSpPr>
          <p:cNvPr id="11" name="Google Shape;1461;p83">
            <a:extLst>
              <a:ext uri="{FF2B5EF4-FFF2-40B4-BE49-F238E27FC236}">
                <a16:creationId xmlns:a16="http://schemas.microsoft.com/office/drawing/2014/main" id="{CA3ABB69-B242-C6A4-103A-9BD96AC0DFC5}"/>
              </a:ext>
            </a:extLst>
          </p:cNvPr>
          <p:cNvSpPr txBox="1">
            <a:spLocks/>
          </p:cNvSpPr>
          <p:nvPr/>
        </p:nvSpPr>
        <p:spPr>
          <a:xfrm flipH="1">
            <a:off x="1056065" y="4301225"/>
            <a:ext cx="79758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 lang="it-IT" dirty="0"/>
          </a:p>
        </p:txBody>
      </p:sp>
      <p:grpSp>
        <p:nvGrpSpPr>
          <p:cNvPr id="2" name="Google Shape;1439;p83">
            <a:extLst>
              <a:ext uri="{FF2B5EF4-FFF2-40B4-BE49-F238E27FC236}">
                <a16:creationId xmlns:a16="http://schemas.microsoft.com/office/drawing/2014/main" id="{21F93333-A951-762A-57F6-F886354D50E7}"/>
              </a:ext>
            </a:extLst>
          </p:cNvPr>
          <p:cNvGrpSpPr/>
          <p:nvPr/>
        </p:nvGrpSpPr>
        <p:grpSpPr>
          <a:xfrm rot="5400000">
            <a:off x="594827" y="3722876"/>
            <a:ext cx="369896" cy="333900"/>
            <a:chOff x="96076" y="654376"/>
            <a:chExt cx="369896" cy="333900"/>
          </a:xfrm>
        </p:grpSpPr>
        <p:cxnSp>
          <p:nvCxnSpPr>
            <p:cNvPr id="3" name="Google Shape;1440;p83">
              <a:extLst>
                <a:ext uri="{FF2B5EF4-FFF2-40B4-BE49-F238E27FC236}">
                  <a16:creationId xmlns:a16="http://schemas.microsoft.com/office/drawing/2014/main" id="{9535D50D-0DDF-8F40-4609-3EBCB1D3179A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" name="Google Shape;1441;p83">
              <a:extLst>
                <a:ext uri="{FF2B5EF4-FFF2-40B4-BE49-F238E27FC236}">
                  <a16:creationId xmlns:a16="http://schemas.microsoft.com/office/drawing/2014/main" id="{322FCE0C-9066-B7F6-CF05-B4E8B5B64D9F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442;p83">
              <a:extLst>
                <a:ext uri="{FF2B5EF4-FFF2-40B4-BE49-F238E27FC236}">
                  <a16:creationId xmlns:a16="http://schemas.microsoft.com/office/drawing/2014/main" id="{1C263F51-64ED-5414-306A-9453A9009E92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" name="Google Shape;1460;p83">
            <a:extLst>
              <a:ext uri="{FF2B5EF4-FFF2-40B4-BE49-F238E27FC236}">
                <a16:creationId xmlns:a16="http://schemas.microsoft.com/office/drawing/2014/main" id="{ECE8204E-8CEB-3352-2395-B2031227C3A3}"/>
              </a:ext>
            </a:extLst>
          </p:cNvPr>
          <p:cNvSpPr txBox="1">
            <a:spLocks/>
          </p:cNvSpPr>
          <p:nvPr/>
        </p:nvSpPr>
        <p:spPr>
          <a:xfrm flipH="1">
            <a:off x="1056015" y="35554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r>
              <a:rPr lang="it-IT" dirty="0"/>
              <a:t>Aggiunta rumore gaussiano (opzionale)</a:t>
            </a:r>
          </a:p>
        </p:txBody>
      </p:sp>
    </p:spTree>
    <p:extLst>
      <p:ext uri="{BB962C8B-B14F-4D97-AF65-F5344CB8AC3E}">
        <p14:creationId xmlns:p14="http://schemas.microsoft.com/office/powerpoint/2010/main" val="700430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p109"/>
          <p:cNvSpPr/>
          <p:nvPr/>
        </p:nvSpPr>
        <p:spPr>
          <a:xfrm>
            <a:off x="6265405" y="841500"/>
            <a:ext cx="2878595" cy="42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2551" name="Google Shape;2551;p10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2" name="Google Shape;2552;p10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3" name="Google Shape;2553;p10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4" name="Google Shape;2554;p109"/>
          <p:cNvCxnSpPr/>
          <p:nvPr/>
        </p:nvCxnSpPr>
        <p:spPr>
          <a:xfrm>
            <a:off x="3276180" y="841500"/>
            <a:ext cx="0" cy="4302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9" name="Google Shape;2559;p109"/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Modelli considerati</a:t>
            </a:r>
            <a:endParaRPr dirty="0"/>
          </a:p>
        </p:txBody>
      </p:sp>
      <p:sp>
        <p:nvSpPr>
          <p:cNvPr id="2570" name="Google Shape;2570;p109"/>
          <p:cNvSpPr txBox="1">
            <a:spLocks noGrp="1"/>
          </p:cNvSpPr>
          <p:nvPr>
            <p:ph type="body" idx="14"/>
          </p:nvPr>
        </p:nvSpPr>
        <p:spPr>
          <a:xfrm>
            <a:off x="762003" y="1112005"/>
            <a:ext cx="2276970" cy="2919390"/>
          </a:xfrm>
          <a:prstGeom prst="rect">
            <a:avLst/>
          </a:prstGeom>
        </p:spPr>
        <p:txBody>
          <a:bodyPr spcFirstLastPara="1" wrap="square" lIns="182875" tIns="0" rIns="182875" bIns="146300" anchor="t" anchorCtr="0">
            <a:noAutofit/>
          </a:bodyPr>
          <a:lstStyle/>
          <a:p>
            <a:pPr marL="165100" indent="0">
              <a:buNone/>
            </a:pPr>
            <a:r>
              <a:rPr lang="it-IT" sz="2000" b="1" dirty="0"/>
              <a:t>SVM Classici</a:t>
            </a:r>
          </a:p>
          <a:p>
            <a:endParaRPr lang="it-IT" sz="1400" dirty="0"/>
          </a:p>
          <a:p>
            <a:pPr marL="165100" indent="0">
              <a:buNone/>
            </a:pPr>
            <a:r>
              <a:rPr lang="it-IT" sz="1400" dirty="0"/>
              <a:t>Kernel:</a:t>
            </a:r>
          </a:p>
          <a:p>
            <a:r>
              <a:rPr lang="it-IT" sz="1400" dirty="0"/>
              <a:t>Lineare</a:t>
            </a:r>
          </a:p>
          <a:p>
            <a:r>
              <a:rPr lang="it-IT" sz="1400" dirty="0"/>
              <a:t>Polinomiale (grado 3)</a:t>
            </a:r>
          </a:p>
          <a:p>
            <a:r>
              <a:rPr lang="it-IT" sz="1400" dirty="0"/>
              <a:t>RBF</a:t>
            </a:r>
          </a:p>
          <a:p>
            <a:endParaRPr lang="it-IT" sz="1400" dirty="0"/>
          </a:p>
          <a:p>
            <a:pPr marL="165100" indent="0">
              <a:buNone/>
            </a:pPr>
            <a:r>
              <a:rPr lang="it-IT" sz="1400" dirty="0"/>
              <a:t>Implementati con </a:t>
            </a:r>
            <a:r>
              <a:rPr lang="it-IT" sz="1400" dirty="0" err="1"/>
              <a:t>scikit-learn</a:t>
            </a:r>
            <a:endParaRPr lang="it-IT" sz="14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</a:pPr>
            <a:endParaRPr dirty="0"/>
          </a:p>
        </p:txBody>
      </p:sp>
      <p:sp>
        <p:nvSpPr>
          <p:cNvPr id="46" name="Google Shape;2570;p109">
            <a:extLst>
              <a:ext uri="{FF2B5EF4-FFF2-40B4-BE49-F238E27FC236}">
                <a16:creationId xmlns:a16="http://schemas.microsoft.com/office/drawing/2014/main" id="{D162B02D-F50A-DB7E-0E54-EA3EA9577A23}"/>
              </a:ext>
            </a:extLst>
          </p:cNvPr>
          <p:cNvSpPr txBox="1">
            <a:spLocks/>
          </p:cNvSpPr>
          <p:nvPr/>
        </p:nvSpPr>
        <p:spPr>
          <a:xfrm>
            <a:off x="3510475" y="1112005"/>
            <a:ext cx="2517727" cy="291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1463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65100" indent="0">
              <a:buNone/>
            </a:pPr>
            <a:r>
              <a:rPr lang="it-IT" sz="2000" b="1" dirty="0"/>
              <a:t>Quantum SVM con Kernel Fissi</a:t>
            </a:r>
          </a:p>
          <a:p>
            <a:pPr marL="165100" indent="0">
              <a:buNone/>
            </a:pPr>
            <a:endParaRPr lang="it-IT" sz="1400" dirty="0"/>
          </a:p>
          <a:p>
            <a:pPr marL="165100" indent="0">
              <a:buNone/>
            </a:pPr>
            <a:r>
              <a:rPr lang="it-IT" sz="1400" dirty="0"/>
              <a:t>Circuiti:</a:t>
            </a:r>
          </a:p>
          <a:p>
            <a:pPr marL="165100" indent="0">
              <a:buNone/>
            </a:pPr>
            <a:endParaRPr lang="it-IT" sz="1400" dirty="0"/>
          </a:p>
          <a:p>
            <a:pPr marL="292100">
              <a:tabLst>
                <a:tab pos="182563" algn="l"/>
              </a:tabLst>
            </a:pPr>
            <a:r>
              <a:rPr lang="it-IT" sz="1400" dirty="0" err="1"/>
              <a:t>ZFeatureMap</a:t>
            </a:r>
            <a:endParaRPr lang="it-IT" sz="1400" dirty="0"/>
          </a:p>
          <a:p>
            <a:pPr marL="292100">
              <a:tabLst>
                <a:tab pos="182563" algn="l"/>
              </a:tabLst>
            </a:pPr>
            <a:r>
              <a:rPr lang="it-IT" sz="1400" dirty="0" err="1"/>
              <a:t>ZZFeatureMap</a:t>
            </a:r>
            <a:endParaRPr lang="it-IT" sz="1400" dirty="0"/>
          </a:p>
          <a:p>
            <a:pPr marL="292100">
              <a:tabLst>
                <a:tab pos="182563" algn="l"/>
              </a:tabLst>
            </a:pPr>
            <a:r>
              <a:rPr lang="it-IT" sz="1400" dirty="0" err="1"/>
              <a:t>PauliFeatureMap</a:t>
            </a:r>
            <a:endParaRPr lang="it-IT" sz="1400" dirty="0"/>
          </a:p>
          <a:p>
            <a:pPr marL="165100" indent="0">
              <a:buNone/>
            </a:pPr>
            <a:endParaRPr lang="it-IT" sz="1400" dirty="0"/>
          </a:p>
          <a:p>
            <a:pPr marL="165100" indent="0">
              <a:buNone/>
            </a:pPr>
            <a:r>
              <a:rPr lang="it-IT" sz="1400" dirty="0"/>
              <a:t>Implementati con QSVC e Fidelity Quantum Kernel</a:t>
            </a:r>
          </a:p>
          <a:p>
            <a:pPr marL="0" indent="0">
              <a:spcAft>
                <a:spcPts val="1000"/>
              </a:spcAft>
              <a:buFont typeface="Inter"/>
              <a:buNone/>
            </a:pPr>
            <a:endParaRPr lang="it-IT" dirty="0"/>
          </a:p>
        </p:txBody>
      </p:sp>
      <p:sp>
        <p:nvSpPr>
          <p:cNvPr id="47" name="Google Shape;2570;p109">
            <a:extLst>
              <a:ext uri="{FF2B5EF4-FFF2-40B4-BE49-F238E27FC236}">
                <a16:creationId xmlns:a16="http://schemas.microsoft.com/office/drawing/2014/main" id="{734C3AF3-FA1E-62DF-3A81-C01E8C8C83D2}"/>
              </a:ext>
            </a:extLst>
          </p:cNvPr>
          <p:cNvSpPr txBox="1">
            <a:spLocks/>
          </p:cNvSpPr>
          <p:nvPr/>
        </p:nvSpPr>
        <p:spPr>
          <a:xfrm>
            <a:off x="6265405" y="1103455"/>
            <a:ext cx="2752018" cy="291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1463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65100" indent="0">
              <a:buNone/>
            </a:pPr>
            <a:r>
              <a:rPr lang="it-IT" sz="2000" b="1" dirty="0">
                <a:solidFill>
                  <a:schemeClr val="bg2"/>
                </a:solidFill>
              </a:rPr>
              <a:t>Quantum SVM con Kernel Addestrabili</a:t>
            </a:r>
          </a:p>
          <a:p>
            <a:pPr marL="165100" indent="0">
              <a:buNone/>
            </a:pPr>
            <a:endParaRPr lang="it-IT" sz="1400" dirty="0">
              <a:solidFill>
                <a:schemeClr val="bg2"/>
              </a:solidFill>
            </a:endParaRPr>
          </a:p>
          <a:p>
            <a:pPr marL="165100" indent="0">
              <a:buNone/>
            </a:pPr>
            <a:r>
              <a:rPr lang="it-IT" sz="1400" dirty="0">
                <a:solidFill>
                  <a:schemeClr val="bg2"/>
                </a:solidFill>
              </a:rPr>
              <a:t>Stessi circuiti, ma parametrizzati</a:t>
            </a:r>
          </a:p>
          <a:p>
            <a:pPr marL="165100" indent="0">
              <a:buNone/>
            </a:pPr>
            <a:endParaRPr lang="it-IT" sz="1400" dirty="0">
              <a:solidFill>
                <a:schemeClr val="bg2"/>
              </a:solidFill>
            </a:endParaRPr>
          </a:p>
          <a:p>
            <a:pPr marL="165100" indent="0">
              <a:buNone/>
            </a:pPr>
            <a:r>
              <a:rPr lang="it-IT" sz="1400" dirty="0">
                <a:solidFill>
                  <a:schemeClr val="bg2"/>
                </a:solidFill>
              </a:rPr>
              <a:t>Allenati con </a:t>
            </a:r>
            <a:r>
              <a:rPr lang="it-IT" sz="1400" dirty="0" err="1">
                <a:solidFill>
                  <a:schemeClr val="bg2"/>
                </a:solidFill>
              </a:rPr>
              <a:t>QuantumKernelTrainer</a:t>
            </a:r>
            <a:endParaRPr lang="it-IT" sz="1400" dirty="0">
              <a:solidFill>
                <a:schemeClr val="bg2"/>
              </a:solidFill>
            </a:endParaRPr>
          </a:p>
          <a:p>
            <a:pPr marL="0" indent="0">
              <a:spcAft>
                <a:spcPts val="1000"/>
              </a:spcAft>
              <a:buFont typeface="Inter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618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>
          <a:extLst>
            <a:ext uri="{FF2B5EF4-FFF2-40B4-BE49-F238E27FC236}">
              <a16:creationId xmlns:a16="http://schemas.microsoft.com/office/drawing/2014/main" id="{871C90D1-1BE4-F09E-5126-5FD92B19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86">
            <a:extLst>
              <a:ext uri="{FF2B5EF4-FFF2-40B4-BE49-F238E27FC236}">
                <a16:creationId xmlns:a16="http://schemas.microsoft.com/office/drawing/2014/main" id="{287CF509-BC65-8453-0949-BE8CE4F42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sz="2000" b="1" dirty="0"/>
              <a:t>SPSA</a:t>
            </a:r>
            <a:br>
              <a:rPr lang="en" sz="1400" b="1" dirty="0"/>
            </a:br>
            <a:r>
              <a:rPr lang="en" sz="1400" dirty="0"/>
              <a:t>(</a:t>
            </a:r>
            <a:r>
              <a:rPr lang="it-IT" sz="1400" dirty="0" err="1"/>
              <a:t>Simultaneous</a:t>
            </a:r>
            <a:r>
              <a:rPr lang="it-IT" sz="1400" dirty="0"/>
              <a:t> </a:t>
            </a:r>
            <a:r>
              <a:rPr lang="it-IT" sz="1400" dirty="0" err="1"/>
              <a:t>Perturbation</a:t>
            </a:r>
            <a:r>
              <a:rPr lang="it-IT" sz="1400" dirty="0"/>
              <a:t> </a:t>
            </a:r>
            <a:r>
              <a:rPr lang="it-IT" sz="1400" dirty="0" err="1"/>
              <a:t>Stochastic</a:t>
            </a:r>
            <a:r>
              <a:rPr lang="it-IT" sz="1400" dirty="0"/>
              <a:t> </a:t>
            </a:r>
            <a:r>
              <a:rPr lang="it-IT" sz="1400" dirty="0" err="1"/>
              <a:t>Approximation</a:t>
            </a:r>
            <a:r>
              <a:rPr lang="it-IT" sz="1400" dirty="0"/>
              <a:t>)</a:t>
            </a:r>
            <a:endParaRPr sz="1400" dirty="0"/>
          </a:p>
        </p:txBody>
      </p:sp>
      <p:sp>
        <p:nvSpPr>
          <p:cNvPr id="1561" name="Google Shape;1561;p86">
            <a:extLst>
              <a:ext uri="{FF2B5EF4-FFF2-40B4-BE49-F238E27FC236}">
                <a16:creationId xmlns:a16="http://schemas.microsoft.com/office/drawing/2014/main" id="{069D4655-34C4-0537-947A-E9179EA0384A}"/>
              </a:ext>
            </a:extLst>
          </p:cNvPr>
          <p:cNvSpPr txBox="1">
            <a:spLocks noGrp="1"/>
          </p:cNvSpPr>
          <p:nvPr>
            <p:ph type="title" idx="16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Ottimizzatori utilizzati</a:t>
            </a:r>
            <a:endParaRPr dirty="0"/>
          </a:p>
        </p:txBody>
      </p:sp>
      <p:sp>
        <p:nvSpPr>
          <p:cNvPr id="1562" name="Google Shape;1562;p86">
            <a:extLst>
              <a:ext uri="{FF2B5EF4-FFF2-40B4-BE49-F238E27FC236}">
                <a16:creationId xmlns:a16="http://schemas.microsoft.com/office/drawing/2014/main" id="{5D315CBC-72B0-84BD-7227-F3592A71A709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sz="2000" b="1" dirty="0"/>
              <a:t>COBYLA</a:t>
            </a:r>
            <a:br>
              <a:rPr lang="en" dirty="0"/>
            </a:br>
            <a:r>
              <a:rPr lang="en" dirty="0"/>
              <a:t>(</a:t>
            </a:r>
            <a:r>
              <a:rPr lang="en-US" dirty="0"/>
              <a:t>Constrained Optimization By Linear Approximations</a:t>
            </a:r>
            <a:r>
              <a:rPr lang="en" dirty="0"/>
              <a:t>)</a:t>
            </a:r>
            <a:endParaRPr dirty="0"/>
          </a:p>
        </p:txBody>
      </p:sp>
      <p:cxnSp>
        <p:nvCxnSpPr>
          <p:cNvPr id="1568" name="Google Shape;1568;p86">
            <a:extLst>
              <a:ext uri="{FF2B5EF4-FFF2-40B4-BE49-F238E27FC236}">
                <a16:creationId xmlns:a16="http://schemas.microsoft.com/office/drawing/2014/main" id="{B504CAA2-DF4C-1D92-284C-4BDB8BF47580}"/>
              </a:ext>
            </a:extLst>
          </p:cNvPr>
          <p:cNvCxnSpPr/>
          <p:nvPr/>
        </p:nvCxnSpPr>
        <p:spPr>
          <a:xfrm rot="10800000">
            <a:off x="2829800" y="844800"/>
            <a:ext cx="0" cy="4298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9" name="Google Shape;1569;p86">
            <a:extLst>
              <a:ext uri="{FF2B5EF4-FFF2-40B4-BE49-F238E27FC236}">
                <a16:creationId xmlns:a16="http://schemas.microsoft.com/office/drawing/2014/main" id="{962FFB37-FD8D-8C65-6B1A-32BBB93CA375}"/>
              </a:ext>
            </a:extLst>
          </p:cNvPr>
          <p:cNvCxnSpPr/>
          <p:nvPr/>
        </p:nvCxnSpPr>
        <p:spPr>
          <a:xfrm rot="10800000">
            <a:off x="527600" y="2986800"/>
            <a:ext cx="8625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0" name="Google Shape;1570;p86">
            <a:extLst>
              <a:ext uri="{FF2B5EF4-FFF2-40B4-BE49-F238E27FC236}">
                <a16:creationId xmlns:a16="http://schemas.microsoft.com/office/drawing/2014/main" id="{CEC1E77B-2517-5A7C-C4B2-54D8235BD179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1" name="Google Shape;1571;p86">
            <a:extLst>
              <a:ext uri="{FF2B5EF4-FFF2-40B4-BE49-F238E27FC236}">
                <a16:creationId xmlns:a16="http://schemas.microsoft.com/office/drawing/2014/main" id="{F2AA0693-64F3-20E4-05A3-8CC48B4F12A5}"/>
              </a:ext>
            </a:extLst>
          </p:cNvPr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2" name="Google Shape;1572;p86">
            <a:extLst>
              <a:ext uri="{FF2B5EF4-FFF2-40B4-BE49-F238E27FC236}">
                <a16:creationId xmlns:a16="http://schemas.microsoft.com/office/drawing/2014/main" id="{3F74AA60-A2F4-CD42-57B8-1DB3A6139B8B}"/>
              </a:ext>
            </a:extLst>
          </p:cNvPr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22B2FFF-8107-702D-0A27-9EA86F791A3F}"/>
              </a:ext>
            </a:extLst>
          </p:cNvPr>
          <p:cNvSpPr txBox="1"/>
          <p:nvPr/>
        </p:nvSpPr>
        <p:spPr>
          <a:xfrm>
            <a:off x="2826351" y="1190180"/>
            <a:ext cx="63147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Stocastico, </a:t>
            </a:r>
            <a:r>
              <a:rPr lang="it-IT" dirty="0" err="1">
                <a:latin typeface="Inter" panose="020B0604020202020204" charset="0"/>
                <a:ea typeface="Inter" panose="020B0604020202020204" charset="0"/>
              </a:rPr>
              <a:t>gradient</a:t>
            </a:r>
            <a:r>
              <a:rPr lang="it-IT" dirty="0">
                <a:latin typeface="Inter" panose="020B0604020202020204" charset="0"/>
                <a:ea typeface="Inter" panose="020B0604020202020204" charset="0"/>
              </a:rPr>
              <a:t>-free</a:t>
            </a:r>
          </a:p>
          <a:p>
            <a:endParaRPr lang="it-IT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Solo 2 valutazioni per iterazione</a:t>
            </a:r>
          </a:p>
          <a:p>
            <a:endParaRPr lang="it-IT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Resistente al rumore e agli errori quantistici</a:t>
            </a:r>
          </a:p>
          <a:p>
            <a:endParaRPr lang="it-IT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3DAB1D9-F4C2-C526-0334-D44732FE33A3}"/>
              </a:ext>
            </a:extLst>
          </p:cNvPr>
          <p:cNvSpPr txBox="1"/>
          <p:nvPr/>
        </p:nvSpPr>
        <p:spPr>
          <a:xfrm>
            <a:off x="2798102" y="3331980"/>
            <a:ext cx="63147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Deterministico, </a:t>
            </a:r>
            <a:r>
              <a:rPr lang="it-IT" dirty="0" err="1">
                <a:latin typeface="Inter" panose="020B0604020202020204" charset="0"/>
                <a:ea typeface="Inter" panose="020B0604020202020204" charset="0"/>
              </a:rPr>
              <a:t>gradient</a:t>
            </a:r>
            <a:r>
              <a:rPr lang="it-IT" dirty="0">
                <a:latin typeface="Inter" panose="020B0604020202020204" charset="0"/>
                <a:ea typeface="Inter" panose="020B0604020202020204" charset="0"/>
              </a:rPr>
              <a:t>-free</a:t>
            </a:r>
          </a:p>
          <a:p>
            <a:endParaRPr lang="it-IT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Usa regioni di fiducia (trust </a:t>
            </a:r>
            <a:r>
              <a:rPr lang="it-IT" dirty="0" err="1">
                <a:latin typeface="Inter" panose="020B0604020202020204" charset="0"/>
                <a:ea typeface="Inter" panose="020B0604020202020204" charset="0"/>
              </a:rPr>
              <a:t>region</a:t>
            </a:r>
            <a:r>
              <a:rPr lang="it-IT" dirty="0">
                <a:latin typeface="Inter" panose="020B0604020202020204" charset="0"/>
                <a:ea typeface="Inter" panose="020B0604020202020204" charset="0"/>
              </a:rPr>
              <a:t>)</a:t>
            </a:r>
          </a:p>
          <a:p>
            <a:endParaRPr lang="it-IT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Inter" panose="020B0604020202020204" charset="0"/>
                <a:ea typeface="Inter" panose="020B0604020202020204" charset="0"/>
              </a:rPr>
              <a:t>Efficiente con pochi parametri, stabile</a:t>
            </a:r>
          </a:p>
        </p:txBody>
      </p:sp>
    </p:spTree>
    <p:extLst>
      <p:ext uri="{BB962C8B-B14F-4D97-AF65-F5344CB8AC3E}">
        <p14:creationId xmlns:p14="http://schemas.microsoft.com/office/powerpoint/2010/main" val="419276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>
          <a:extLst>
            <a:ext uri="{FF2B5EF4-FFF2-40B4-BE49-F238E27FC236}">
              <a16:creationId xmlns:a16="http://schemas.microsoft.com/office/drawing/2014/main" id="{45910B97-CD65-3BDB-30D0-5B845E50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>
            <a:extLst>
              <a:ext uri="{FF2B5EF4-FFF2-40B4-BE49-F238E27FC236}">
                <a16:creationId xmlns:a16="http://schemas.microsoft.com/office/drawing/2014/main" id="{698623F4-4E40-5B30-4996-708684916322}"/>
              </a:ext>
            </a:extLst>
          </p:cNvPr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4" name="Google Shape;1434;p83">
            <a:extLst>
              <a:ext uri="{FF2B5EF4-FFF2-40B4-BE49-F238E27FC236}">
                <a16:creationId xmlns:a16="http://schemas.microsoft.com/office/drawing/2014/main" id="{D482C842-AED6-5049-96D2-54F43F72EAE8}"/>
              </a:ext>
            </a:extLst>
          </p:cNvPr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9" name="Google Shape;1439;p83">
            <a:extLst>
              <a:ext uri="{FF2B5EF4-FFF2-40B4-BE49-F238E27FC236}">
                <a16:creationId xmlns:a16="http://schemas.microsoft.com/office/drawing/2014/main" id="{65277A20-297D-C6E5-A339-57249503690F}"/>
              </a:ext>
            </a:extLst>
          </p:cNvPr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>
              <a:extLst>
                <a:ext uri="{FF2B5EF4-FFF2-40B4-BE49-F238E27FC236}">
                  <a16:creationId xmlns:a16="http://schemas.microsoft.com/office/drawing/2014/main" id="{1C0D8E2B-C424-7E6C-EAC1-92C815D88C15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1" name="Google Shape;1441;p83">
              <a:extLst>
                <a:ext uri="{FF2B5EF4-FFF2-40B4-BE49-F238E27FC236}">
                  <a16:creationId xmlns:a16="http://schemas.microsoft.com/office/drawing/2014/main" id="{451115F6-EAC2-CA44-1973-D328164BD28C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>
              <a:extLst>
                <a:ext uri="{FF2B5EF4-FFF2-40B4-BE49-F238E27FC236}">
                  <a16:creationId xmlns:a16="http://schemas.microsoft.com/office/drawing/2014/main" id="{D4E2AD1E-5E2C-10A1-1364-62130C1AE324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>
            <a:extLst>
              <a:ext uri="{FF2B5EF4-FFF2-40B4-BE49-F238E27FC236}">
                <a16:creationId xmlns:a16="http://schemas.microsoft.com/office/drawing/2014/main" id="{63CB4E2F-00AA-A978-C3FF-1EA6EBA1AF72}"/>
              </a:ext>
            </a:extLst>
          </p:cNvPr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>
              <a:extLst>
                <a:ext uri="{FF2B5EF4-FFF2-40B4-BE49-F238E27FC236}">
                  <a16:creationId xmlns:a16="http://schemas.microsoft.com/office/drawing/2014/main" id="{C7568AE7-5C50-2F66-5B10-ACE7ACFA4E52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5" name="Google Shape;1445;p83">
              <a:extLst>
                <a:ext uri="{FF2B5EF4-FFF2-40B4-BE49-F238E27FC236}">
                  <a16:creationId xmlns:a16="http://schemas.microsoft.com/office/drawing/2014/main" id="{D1568D3F-995E-635C-E4FC-95820D5168FA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>
              <a:extLst>
                <a:ext uri="{FF2B5EF4-FFF2-40B4-BE49-F238E27FC236}">
                  <a16:creationId xmlns:a16="http://schemas.microsoft.com/office/drawing/2014/main" id="{8F8AAD76-6939-65E9-FC2D-DD55A2541A25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>
            <a:extLst>
              <a:ext uri="{FF2B5EF4-FFF2-40B4-BE49-F238E27FC236}">
                <a16:creationId xmlns:a16="http://schemas.microsoft.com/office/drawing/2014/main" id="{A734E6B7-013C-D258-D21B-85FA37F2BAEB}"/>
              </a:ext>
            </a:extLst>
          </p:cNvPr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>
              <a:extLst>
                <a:ext uri="{FF2B5EF4-FFF2-40B4-BE49-F238E27FC236}">
                  <a16:creationId xmlns:a16="http://schemas.microsoft.com/office/drawing/2014/main" id="{BD07BAF7-864D-5480-264D-A9273E86F812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9" name="Google Shape;1449;p83">
              <a:extLst>
                <a:ext uri="{FF2B5EF4-FFF2-40B4-BE49-F238E27FC236}">
                  <a16:creationId xmlns:a16="http://schemas.microsoft.com/office/drawing/2014/main" id="{004C2768-D1DE-4455-80B9-454F20A0F98C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>
              <a:extLst>
                <a:ext uri="{FF2B5EF4-FFF2-40B4-BE49-F238E27FC236}">
                  <a16:creationId xmlns:a16="http://schemas.microsoft.com/office/drawing/2014/main" id="{DE1A13C1-70C6-29BC-7048-8406C244B188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1" name="Google Shape;1451;p83">
            <a:extLst>
              <a:ext uri="{FF2B5EF4-FFF2-40B4-BE49-F238E27FC236}">
                <a16:creationId xmlns:a16="http://schemas.microsoft.com/office/drawing/2014/main" id="{0C45993A-CC3A-295F-C4C5-757271421E3C}"/>
              </a:ext>
            </a:extLst>
          </p:cNvPr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83">
            <a:extLst>
              <a:ext uri="{FF2B5EF4-FFF2-40B4-BE49-F238E27FC236}">
                <a16:creationId xmlns:a16="http://schemas.microsoft.com/office/drawing/2014/main" id="{2AF689F3-F3EF-CEB6-9CB3-05DCF362DFC9}"/>
              </a:ext>
            </a:extLst>
          </p:cNvPr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83">
            <a:extLst>
              <a:ext uri="{FF2B5EF4-FFF2-40B4-BE49-F238E27FC236}">
                <a16:creationId xmlns:a16="http://schemas.microsoft.com/office/drawing/2014/main" id="{0421948A-7B5B-2FFB-15AE-AF5EEDF54C38}"/>
              </a:ext>
            </a:extLst>
          </p:cNvPr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83">
            <a:extLst>
              <a:ext uri="{FF2B5EF4-FFF2-40B4-BE49-F238E27FC236}">
                <a16:creationId xmlns:a16="http://schemas.microsoft.com/office/drawing/2014/main" id="{FD9734DB-352F-C41D-85EE-3BC10A8D3634}"/>
              </a:ext>
            </a:extLst>
          </p:cNvPr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83">
            <a:extLst>
              <a:ext uri="{FF2B5EF4-FFF2-40B4-BE49-F238E27FC236}">
                <a16:creationId xmlns:a16="http://schemas.microsoft.com/office/drawing/2014/main" id="{D25761A2-E729-762D-9695-FB977084A787}"/>
              </a:ext>
            </a:extLst>
          </p:cNvPr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83">
            <a:extLst>
              <a:ext uri="{FF2B5EF4-FFF2-40B4-BE49-F238E27FC236}">
                <a16:creationId xmlns:a16="http://schemas.microsoft.com/office/drawing/2014/main" id="{FA370CAD-8BB7-3EDF-0A2B-356CD2DF990D}"/>
              </a:ext>
            </a:extLst>
          </p:cNvPr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83">
            <a:extLst>
              <a:ext uri="{FF2B5EF4-FFF2-40B4-BE49-F238E27FC236}">
                <a16:creationId xmlns:a16="http://schemas.microsoft.com/office/drawing/2014/main" id="{E947F5F5-A747-5675-6492-6B477625E759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83">
            <a:extLst>
              <a:ext uri="{FF2B5EF4-FFF2-40B4-BE49-F238E27FC236}">
                <a16:creationId xmlns:a16="http://schemas.microsoft.com/office/drawing/2014/main" id="{D175F401-CBFD-FCBD-BAF3-3CDAAB7319AC}"/>
              </a:ext>
            </a:extLst>
          </p:cNvPr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9" name="Google Shape;1459;p83">
            <a:extLst>
              <a:ext uri="{FF2B5EF4-FFF2-40B4-BE49-F238E27FC236}">
                <a16:creationId xmlns:a16="http://schemas.microsoft.com/office/drawing/2014/main" id="{DC2A2827-EEE6-B627-AB42-E9A0D110F9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0775" y="656388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 b="1" dirty="0">
                <a:latin typeface="Inter"/>
                <a:ea typeface="Inter"/>
                <a:cs typeface="Inter"/>
                <a:sym typeface="Inter"/>
              </a:rPr>
              <a:t>Metriche di valutazione</a:t>
            </a:r>
            <a:endParaRPr sz="25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0" name="Google Shape;1460;p83">
            <a:extLst>
              <a:ext uri="{FF2B5EF4-FFF2-40B4-BE49-F238E27FC236}">
                <a16:creationId xmlns:a16="http://schemas.microsoft.com/office/drawing/2014/main" id="{18EF0CF8-46B1-91D0-05C1-E274EF42B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040775" y="2069575"/>
            <a:ext cx="7581900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F1-Score: media armonica di </a:t>
            </a:r>
            <a:r>
              <a:rPr lang="it-IT" dirty="0" err="1"/>
              <a:t>precision</a:t>
            </a:r>
            <a:r>
              <a:rPr lang="it-IT" dirty="0"/>
              <a:t> e recall</a:t>
            </a:r>
            <a:endParaRPr dirty="0"/>
          </a:p>
        </p:txBody>
      </p:sp>
      <p:sp>
        <p:nvSpPr>
          <p:cNvPr id="1461" name="Google Shape;1461;p83">
            <a:extLst>
              <a:ext uri="{FF2B5EF4-FFF2-40B4-BE49-F238E27FC236}">
                <a16:creationId xmlns:a16="http://schemas.microsoft.com/office/drawing/2014/main" id="{C80E1AE3-A28F-D223-4CB4-C8E39167F0AD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 flipH="1">
            <a:off x="1040825" y="2815325"/>
            <a:ext cx="79758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r>
              <a:rPr lang="it-IT" dirty="0"/>
              <a:t>AUC-ROC: area sotto la curva ROC</a:t>
            </a:r>
          </a:p>
        </p:txBody>
      </p:sp>
      <p:sp>
        <p:nvSpPr>
          <p:cNvPr id="1464" name="Google Shape;1464;p83">
            <a:extLst>
              <a:ext uri="{FF2B5EF4-FFF2-40B4-BE49-F238E27FC236}">
                <a16:creationId xmlns:a16="http://schemas.microsoft.com/office/drawing/2014/main" id="{8806FA25-7876-D9E0-7DAD-311368E9F543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 flipH="1">
            <a:off x="1040775" y="1428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 err="1"/>
              <a:t>Accuracy</a:t>
            </a:r>
            <a:r>
              <a:rPr lang="it-IT" dirty="0"/>
              <a:t>: percentuale di predizioni corrette</a:t>
            </a:r>
          </a:p>
        </p:txBody>
      </p:sp>
      <p:sp>
        <p:nvSpPr>
          <p:cNvPr id="11" name="Google Shape;1461;p83">
            <a:extLst>
              <a:ext uri="{FF2B5EF4-FFF2-40B4-BE49-F238E27FC236}">
                <a16:creationId xmlns:a16="http://schemas.microsoft.com/office/drawing/2014/main" id="{8DEBCA78-54CF-1E44-B223-F8D8EACE3EE7}"/>
              </a:ext>
            </a:extLst>
          </p:cNvPr>
          <p:cNvSpPr txBox="1">
            <a:spLocks/>
          </p:cNvSpPr>
          <p:nvPr/>
        </p:nvSpPr>
        <p:spPr>
          <a:xfrm flipH="1">
            <a:off x="1056065" y="4301225"/>
            <a:ext cx="79758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 lang="it-IT" dirty="0"/>
          </a:p>
        </p:txBody>
      </p:sp>
      <p:grpSp>
        <p:nvGrpSpPr>
          <p:cNvPr id="2" name="Google Shape;1439;p83">
            <a:extLst>
              <a:ext uri="{FF2B5EF4-FFF2-40B4-BE49-F238E27FC236}">
                <a16:creationId xmlns:a16="http://schemas.microsoft.com/office/drawing/2014/main" id="{B193B116-17DD-2F08-3FFF-65E2B5CF92D0}"/>
              </a:ext>
            </a:extLst>
          </p:cNvPr>
          <p:cNvGrpSpPr/>
          <p:nvPr/>
        </p:nvGrpSpPr>
        <p:grpSpPr>
          <a:xfrm rot="5400000">
            <a:off x="594827" y="3722876"/>
            <a:ext cx="369896" cy="333900"/>
            <a:chOff x="96076" y="654376"/>
            <a:chExt cx="369896" cy="333900"/>
          </a:xfrm>
        </p:grpSpPr>
        <p:cxnSp>
          <p:nvCxnSpPr>
            <p:cNvPr id="3" name="Google Shape;1440;p83">
              <a:extLst>
                <a:ext uri="{FF2B5EF4-FFF2-40B4-BE49-F238E27FC236}">
                  <a16:creationId xmlns:a16="http://schemas.microsoft.com/office/drawing/2014/main" id="{0CB5A699-8363-976C-A9B4-49C42C2F3F50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" name="Google Shape;1441;p83">
              <a:extLst>
                <a:ext uri="{FF2B5EF4-FFF2-40B4-BE49-F238E27FC236}">
                  <a16:creationId xmlns:a16="http://schemas.microsoft.com/office/drawing/2014/main" id="{D87FFA2A-FEC8-5AB3-AB8B-D680C6EE759D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442;p83">
              <a:extLst>
                <a:ext uri="{FF2B5EF4-FFF2-40B4-BE49-F238E27FC236}">
                  <a16:creationId xmlns:a16="http://schemas.microsoft.com/office/drawing/2014/main" id="{B6F0DDCC-D1D9-7FDA-AA62-DF652D679D60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" name="Google Shape;1460;p83">
            <a:extLst>
              <a:ext uri="{FF2B5EF4-FFF2-40B4-BE49-F238E27FC236}">
                <a16:creationId xmlns:a16="http://schemas.microsoft.com/office/drawing/2014/main" id="{8FE2AACA-09E7-EBC7-EF87-CC96D0ED8627}"/>
              </a:ext>
            </a:extLst>
          </p:cNvPr>
          <p:cNvSpPr txBox="1">
            <a:spLocks/>
          </p:cNvSpPr>
          <p:nvPr/>
        </p:nvSpPr>
        <p:spPr>
          <a:xfrm flipH="1">
            <a:off x="1056015" y="35554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r>
              <a:rPr lang="it-IT" dirty="0"/>
              <a:t>Tempo di addestramento</a:t>
            </a:r>
          </a:p>
        </p:txBody>
      </p:sp>
    </p:spTree>
    <p:extLst>
      <p:ext uri="{BB962C8B-B14F-4D97-AF65-F5344CB8AC3E}">
        <p14:creationId xmlns:p14="http://schemas.microsoft.com/office/powerpoint/2010/main" val="148344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>
          <a:extLst>
            <a:ext uri="{FF2B5EF4-FFF2-40B4-BE49-F238E27FC236}">
              <a16:creationId xmlns:a16="http://schemas.microsoft.com/office/drawing/2014/main" id="{603FEFD9-9CA3-37A2-C3B4-DF82C110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9" name="Google Shape;1619;p88">
            <a:extLst>
              <a:ext uri="{FF2B5EF4-FFF2-40B4-BE49-F238E27FC236}">
                <a16:creationId xmlns:a16="http://schemas.microsoft.com/office/drawing/2014/main" id="{A5B6A545-7D69-78BD-758A-F2A423363665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0" name="Google Shape;1620;p88">
            <a:extLst>
              <a:ext uri="{FF2B5EF4-FFF2-40B4-BE49-F238E27FC236}">
                <a16:creationId xmlns:a16="http://schemas.microsoft.com/office/drawing/2014/main" id="{0E279F95-F370-E273-0ECD-5585D4781C61}"/>
              </a:ext>
            </a:extLst>
          </p:cNvPr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1" name="Google Shape;1621;p88">
            <a:extLst>
              <a:ext uri="{FF2B5EF4-FFF2-40B4-BE49-F238E27FC236}">
                <a16:creationId xmlns:a16="http://schemas.microsoft.com/office/drawing/2014/main" id="{B8792EC0-C4AC-D56F-2994-EEF694691C93}"/>
              </a:ext>
            </a:extLst>
          </p:cNvPr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2" name="Google Shape;1622;p88">
            <a:extLst>
              <a:ext uri="{FF2B5EF4-FFF2-40B4-BE49-F238E27FC236}">
                <a16:creationId xmlns:a16="http://schemas.microsoft.com/office/drawing/2014/main" id="{8BEF3028-7E3A-8EFC-498E-C7CDB1D4CA95}"/>
              </a:ext>
            </a:extLst>
          </p:cNvPr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6" name="Google Shape;1626;p88">
            <a:extLst>
              <a:ext uri="{FF2B5EF4-FFF2-40B4-BE49-F238E27FC236}">
                <a16:creationId xmlns:a16="http://schemas.microsoft.com/office/drawing/2014/main" id="{F826689A-3B42-3753-6FC5-113FD064102C}"/>
              </a:ext>
            </a:extLst>
          </p:cNvPr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7" name="Google Shape;1627;p88">
            <a:extLst>
              <a:ext uri="{FF2B5EF4-FFF2-40B4-BE49-F238E27FC236}">
                <a16:creationId xmlns:a16="http://schemas.microsoft.com/office/drawing/2014/main" id="{86EE231D-0F6A-F096-7DB1-46135A7E4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Dataset senza rumore</a:t>
            </a:r>
            <a:endParaRPr dirty="0"/>
          </a:p>
        </p:txBody>
      </p:sp>
      <p:sp>
        <p:nvSpPr>
          <p:cNvPr id="1629" name="Google Shape;1629;p88">
            <a:extLst>
              <a:ext uri="{FF2B5EF4-FFF2-40B4-BE49-F238E27FC236}">
                <a16:creationId xmlns:a16="http://schemas.microsoft.com/office/drawing/2014/main" id="{9F2ED663-9D4A-C174-4189-BDE375AEFC50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773750" y="1009364"/>
            <a:ext cx="2370250" cy="3364497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dirty="0"/>
              <a:t>I modelli quantistici con kernel addestrabile ottengono le migliori performance in termini di accuratezza e AUC-ROC, superando sia i modelli classici che quelli con kernel fisso. Tuttavia, il costo computazionale, misurato in tempo di addestramento, risulta significativamente più elevato.</a:t>
            </a:r>
            <a:endParaRPr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C5F2125-6EBC-6176-E006-8619E0EFB40B}"/>
              </a:ext>
            </a:extLst>
          </p:cNvPr>
          <p:cNvSpPr/>
          <p:nvPr/>
        </p:nvSpPr>
        <p:spPr>
          <a:xfrm>
            <a:off x="746760" y="927100"/>
            <a:ext cx="1623489" cy="421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4" name="Immagine 43" descr="Immagine che contiene testo, diagramm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DC0E70BA-8F35-C097-A974-CFCAFEF2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70" y="880024"/>
            <a:ext cx="6235182" cy="41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03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>
          <a:extLst>
            <a:ext uri="{FF2B5EF4-FFF2-40B4-BE49-F238E27FC236}">
              <a16:creationId xmlns:a16="http://schemas.microsoft.com/office/drawing/2014/main" id="{C9A97ECF-3F8E-2533-3F76-97BE8E33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9" name="Google Shape;1619;p88">
            <a:extLst>
              <a:ext uri="{FF2B5EF4-FFF2-40B4-BE49-F238E27FC236}">
                <a16:creationId xmlns:a16="http://schemas.microsoft.com/office/drawing/2014/main" id="{3B1C00C9-028A-47DC-DA5B-71E0D011D6B1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0" name="Google Shape;1620;p88">
            <a:extLst>
              <a:ext uri="{FF2B5EF4-FFF2-40B4-BE49-F238E27FC236}">
                <a16:creationId xmlns:a16="http://schemas.microsoft.com/office/drawing/2014/main" id="{0AAAD76A-FAB9-50D0-4D7F-AEA5640D526E}"/>
              </a:ext>
            </a:extLst>
          </p:cNvPr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1" name="Google Shape;1621;p88">
            <a:extLst>
              <a:ext uri="{FF2B5EF4-FFF2-40B4-BE49-F238E27FC236}">
                <a16:creationId xmlns:a16="http://schemas.microsoft.com/office/drawing/2014/main" id="{737F1991-D293-2659-9F99-116B6BF9B885}"/>
              </a:ext>
            </a:extLst>
          </p:cNvPr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2" name="Google Shape;1622;p88">
            <a:extLst>
              <a:ext uri="{FF2B5EF4-FFF2-40B4-BE49-F238E27FC236}">
                <a16:creationId xmlns:a16="http://schemas.microsoft.com/office/drawing/2014/main" id="{1F8E15C0-EE47-0FD5-012A-F82E161EC2B0}"/>
              </a:ext>
            </a:extLst>
          </p:cNvPr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6" name="Google Shape;1626;p88">
            <a:extLst>
              <a:ext uri="{FF2B5EF4-FFF2-40B4-BE49-F238E27FC236}">
                <a16:creationId xmlns:a16="http://schemas.microsoft.com/office/drawing/2014/main" id="{F440BF3B-8E43-C9E2-C722-72FFD85CDD2A}"/>
              </a:ext>
            </a:extLst>
          </p:cNvPr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7" name="Google Shape;1627;p88">
            <a:extLst>
              <a:ext uri="{FF2B5EF4-FFF2-40B4-BE49-F238E27FC236}">
                <a16:creationId xmlns:a16="http://schemas.microsoft.com/office/drawing/2014/main" id="{7FB27A83-597E-516D-9E4B-FB2388630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Dataset con rumore</a:t>
            </a:r>
            <a:endParaRPr dirty="0"/>
          </a:p>
        </p:txBody>
      </p:sp>
      <p:sp>
        <p:nvSpPr>
          <p:cNvPr id="1629" name="Google Shape;1629;p88">
            <a:extLst>
              <a:ext uri="{FF2B5EF4-FFF2-40B4-BE49-F238E27FC236}">
                <a16:creationId xmlns:a16="http://schemas.microsoft.com/office/drawing/2014/main" id="{1096C35A-D0B5-8A34-71C9-12A08EC6BD06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773750" y="1009364"/>
            <a:ext cx="2370250" cy="3364497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it-IT" dirty="0"/>
              <a:t>I modelli quantistici con kernel addestrabile ottengono le migliori performance in termini di accuratezza e AUC-ROC, superando sia i modelli classici che quelli con kernel fisso. Tuttavia, il costo computazionale, misurato in tempo di addestramento, risulta significativamente più elevato.</a:t>
            </a:r>
            <a:endParaRPr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BD42B8F-FB44-52AD-4F7D-15EF7CA13476}"/>
              </a:ext>
            </a:extLst>
          </p:cNvPr>
          <p:cNvSpPr/>
          <p:nvPr/>
        </p:nvSpPr>
        <p:spPr>
          <a:xfrm>
            <a:off x="746760" y="927100"/>
            <a:ext cx="1623489" cy="421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DB2C8FB0-7044-4240-69B6-74FC1AE79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50" y="884600"/>
            <a:ext cx="6241348" cy="41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85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>
          <a:extLst>
            <a:ext uri="{FF2B5EF4-FFF2-40B4-BE49-F238E27FC236}">
              <a16:creationId xmlns:a16="http://schemas.microsoft.com/office/drawing/2014/main" id="{238E6510-D79D-1E5E-CF2A-F9719208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>
            <a:extLst>
              <a:ext uri="{FF2B5EF4-FFF2-40B4-BE49-F238E27FC236}">
                <a16:creationId xmlns:a16="http://schemas.microsoft.com/office/drawing/2014/main" id="{6B18F7F4-34DC-4226-39F1-BA5E220B791B}"/>
              </a:ext>
            </a:extLst>
          </p:cNvPr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4" name="Google Shape;1434;p83">
            <a:extLst>
              <a:ext uri="{FF2B5EF4-FFF2-40B4-BE49-F238E27FC236}">
                <a16:creationId xmlns:a16="http://schemas.microsoft.com/office/drawing/2014/main" id="{C11A616B-0148-0487-D012-5A2455531950}"/>
              </a:ext>
            </a:extLst>
          </p:cNvPr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9" name="Google Shape;1439;p83">
            <a:extLst>
              <a:ext uri="{FF2B5EF4-FFF2-40B4-BE49-F238E27FC236}">
                <a16:creationId xmlns:a16="http://schemas.microsoft.com/office/drawing/2014/main" id="{5EE9C016-6F3D-E7E8-AFD6-A5C084B69DED}"/>
              </a:ext>
            </a:extLst>
          </p:cNvPr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>
              <a:extLst>
                <a:ext uri="{FF2B5EF4-FFF2-40B4-BE49-F238E27FC236}">
                  <a16:creationId xmlns:a16="http://schemas.microsoft.com/office/drawing/2014/main" id="{B32B937F-1CDC-36C8-B3CE-4BAAA7870DC2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1" name="Google Shape;1441;p83">
              <a:extLst>
                <a:ext uri="{FF2B5EF4-FFF2-40B4-BE49-F238E27FC236}">
                  <a16:creationId xmlns:a16="http://schemas.microsoft.com/office/drawing/2014/main" id="{26499D3B-9B37-495F-5C83-CD73D7EC773F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>
              <a:extLst>
                <a:ext uri="{FF2B5EF4-FFF2-40B4-BE49-F238E27FC236}">
                  <a16:creationId xmlns:a16="http://schemas.microsoft.com/office/drawing/2014/main" id="{D002C43F-D7C6-EAE7-9960-6996C73280DE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>
            <a:extLst>
              <a:ext uri="{FF2B5EF4-FFF2-40B4-BE49-F238E27FC236}">
                <a16:creationId xmlns:a16="http://schemas.microsoft.com/office/drawing/2014/main" id="{B47CE437-377E-7861-A914-6DFCCCC7BA66}"/>
              </a:ext>
            </a:extLst>
          </p:cNvPr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>
              <a:extLst>
                <a:ext uri="{FF2B5EF4-FFF2-40B4-BE49-F238E27FC236}">
                  <a16:creationId xmlns:a16="http://schemas.microsoft.com/office/drawing/2014/main" id="{6459393A-EC97-DCCA-11FB-FF0C6B092A00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5" name="Google Shape;1445;p83">
              <a:extLst>
                <a:ext uri="{FF2B5EF4-FFF2-40B4-BE49-F238E27FC236}">
                  <a16:creationId xmlns:a16="http://schemas.microsoft.com/office/drawing/2014/main" id="{A02F9B58-192A-88A9-C6DB-70E029C5C3E9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>
              <a:extLst>
                <a:ext uri="{FF2B5EF4-FFF2-40B4-BE49-F238E27FC236}">
                  <a16:creationId xmlns:a16="http://schemas.microsoft.com/office/drawing/2014/main" id="{3991C2C4-13A8-04DE-8008-F3CBA9E4A348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>
            <a:extLst>
              <a:ext uri="{FF2B5EF4-FFF2-40B4-BE49-F238E27FC236}">
                <a16:creationId xmlns:a16="http://schemas.microsoft.com/office/drawing/2014/main" id="{088CC334-8C85-84DF-B1D0-9225AEF860C4}"/>
              </a:ext>
            </a:extLst>
          </p:cNvPr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>
              <a:extLst>
                <a:ext uri="{FF2B5EF4-FFF2-40B4-BE49-F238E27FC236}">
                  <a16:creationId xmlns:a16="http://schemas.microsoft.com/office/drawing/2014/main" id="{6B6806AA-F664-EAF7-20B8-84C3D0149FF3}"/>
                </a:ext>
              </a:extLst>
            </p:cNvPr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9" name="Google Shape;1449;p83">
              <a:extLst>
                <a:ext uri="{FF2B5EF4-FFF2-40B4-BE49-F238E27FC236}">
                  <a16:creationId xmlns:a16="http://schemas.microsoft.com/office/drawing/2014/main" id="{A5C8FCAB-C6C1-F898-1110-13413B0C534C}"/>
                </a:ext>
              </a:extLst>
            </p:cNvPr>
            <p:cNvSpPr/>
            <p:nvPr/>
          </p:nvSpPr>
          <p:spPr>
            <a:xfrm>
              <a:off x="281321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>
              <a:extLst>
                <a:ext uri="{FF2B5EF4-FFF2-40B4-BE49-F238E27FC236}">
                  <a16:creationId xmlns:a16="http://schemas.microsoft.com/office/drawing/2014/main" id="{DB1874A2-2637-57D4-A6D5-30E1A4F6963B}"/>
                </a:ext>
              </a:extLst>
            </p:cNvPr>
            <p:cNvSpPr/>
            <p:nvPr/>
          </p:nvSpPr>
          <p:spPr>
            <a:xfrm flipH="1">
              <a:off x="96076" y="658254"/>
              <a:ext cx="184651" cy="165556"/>
            </a:xfrm>
            <a:custGeom>
              <a:avLst/>
              <a:gdLst/>
              <a:ahLst/>
              <a:cxnLst/>
              <a:rect l="l" t="t" r="r" b="b"/>
              <a:pathLst>
                <a:path w="7310" h="6525" extrusionOk="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1" name="Google Shape;1451;p83">
            <a:extLst>
              <a:ext uri="{FF2B5EF4-FFF2-40B4-BE49-F238E27FC236}">
                <a16:creationId xmlns:a16="http://schemas.microsoft.com/office/drawing/2014/main" id="{772B466B-8761-79FF-5442-3A119D8CF224}"/>
              </a:ext>
            </a:extLst>
          </p:cNvPr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83">
            <a:extLst>
              <a:ext uri="{FF2B5EF4-FFF2-40B4-BE49-F238E27FC236}">
                <a16:creationId xmlns:a16="http://schemas.microsoft.com/office/drawing/2014/main" id="{D325CDA6-3D47-9A26-1623-580DD029BBBD}"/>
              </a:ext>
            </a:extLst>
          </p:cNvPr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83">
            <a:extLst>
              <a:ext uri="{FF2B5EF4-FFF2-40B4-BE49-F238E27FC236}">
                <a16:creationId xmlns:a16="http://schemas.microsoft.com/office/drawing/2014/main" id="{3293E356-3E9D-80C3-7A22-2F6D79A9B5B8}"/>
              </a:ext>
            </a:extLst>
          </p:cNvPr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83">
            <a:extLst>
              <a:ext uri="{FF2B5EF4-FFF2-40B4-BE49-F238E27FC236}">
                <a16:creationId xmlns:a16="http://schemas.microsoft.com/office/drawing/2014/main" id="{CF56FB76-551E-8B91-6154-39F2997F5B77}"/>
              </a:ext>
            </a:extLst>
          </p:cNvPr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83">
            <a:extLst>
              <a:ext uri="{FF2B5EF4-FFF2-40B4-BE49-F238E27FC236}">
                <a16:creationId xmlns:a16="http://schemas.microsoft.com/office/drawing/2014/main" id="{E14B5923-454C-E03E-2401-3F66F130B4C7}"/>
              </a:ext>
            </a:extLst>
          </p:cNvPr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83">
            <a:extLst>
              <a:ext uri="{FF2B5EF4-FFF2-40B4-BE49-F238E27FC236}">
                <a16:creationId xmlns:a16="http://schemas.microsoft.com/office/drawing/2014/main" id="{B2925193-4CC5-AAA0-08C2-28D1D5F1A5D8}"/>
              </a:ext>
            </a:extLst>
          </p:cNvPr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83">
            <a:extLst>
              <a:ext uri="{FF2B5EF4-FFF2-40B4-BE49-F238E27FC236}">
                <a16:creationId xmlns:a16="http://schemas.microsoft.com/office/drawing/2014/main" id="{073A0EED-AB55-E9CA-26C2-D08ABB30D845}"/>
              </a:ext>
            </a:extLst>
          </p:cNvPr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83">
            <a:extLst>
              <a:ext uri="{FF2B5EF4-FFF2-40B4-BE49-F238E27FC236}">
                <a16:creationId xmlns:a16="http://schemas.microsoft.com/office/drawing/2014/main" id="{83D00949-B020-5B7D-280D-6E959AAE72C6}"/>
              </a:ext>
            </a:extLst>
          </p:cNvPr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9" name="Google Shape;1459;p83">
            <a:extLst>
              <a:ext uri="{FF2B5EF4-FFF2-40B4-BE49-F238E27FC236}">
                <a16:creationId xmlns:a16="http://schemas.microsoft.com/office/drawing/2014/main" id="{4C6BD76D-6DA2-0179-22F3-732FCD5015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0775" y="656388"/>
            <a:ext cx="7581900" cy="329700"/>
          </a:xfrm>
          <a:prstGeom prst="rect">
            <a:avLst/>
          </a:prstGeom>
        </p:spPr>
        <p:txBody>
          <a:bodyPr spcFirstLastPara="1" wrap="square" lIns="274300" tIns="91425" rIns="91425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 b="1" dirty="0">
                <a:latin typeface="Inter"/>
                <a:ea typeface="Inter"/>
                <a:cs typeface="Inter"/>
                <a:sym typeface="Inter"/>
              </a:rPr>
              <a:t>Analisi e discussione dei risultati</a:t>
            </a:r>
            <a:endParaRPr sz="25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0" name="Google Shape;1460;p83">
            <a:extLst>
              <a:ext uri="{FF2B5EF4-FFF2-40B4-BE49-F238E27FC236}">
                <a16:creationId xmlns:a16="http://schemas.microsoft.com/office/drawing/2014/main" id="{3D56254B-8BF2-6BD3-C749-054479B23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040774" y="2069575"/>
            <a:ext cx="8098497" cy="7455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Trade-off elevato tra tempo di addestramento e </a:t>
            </a:r>
            <a:r>
              <a:rPr lang="it-IT" dirty="0" err="1"/>
              <a:t>accuracy</a:t>
            </a:r>
            <a:endParaRPr dirty="0"/>
          </a:p>
        </p:txBody>
      </p:sp>
      <p:sp>
        <p:nvSpPr>
          <p:cNvPr id="1461" name="Google Shape;1461;p83">
            <a:extLst>
              <a:ext uri="{FF2B5EF4-FFF2-40B4-BE49-F238E27FC236}">
                <a16:creationId xmlns:a16="http://schemas.microsoft.com/office/drawing/2014/main" id="{7F4C1415-469B-9837-5214-5850BE7D7428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 flipH="1">
            <a:off x="1040825" y="2815325"/>
            <a:ext cx="7975800" cy="7473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r>
              <a:rPr lang="it-IT" dirty="0"/>
              <a:t>Ottimizzatori simili in performance, COBYLA più veloce</a:t>
            </a:r>
          </a:p>
        </p:txBody>
      </p:sp>
      <p:sp>
        <p:nvSpPr>
          <p:cNvPr id="1464" name="Google Shape;1464;p83">
            <a:extLst>
              <a:ext uri="{FF2B5EF4-FFF2-40B4-BE49-F238E27FC236}">
                <a16:creationId xmlns:a16="http://schemas.microsoft.com/office/drawing/2014/main" id="{D492DB32-FE17-18D1-3256-4BEA4988666B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 flipH="1">
            <a:off x="1040775" y="1428250"/>
            <a:ext cx="7581900" cy="6414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r>
              <a:rPr lang="it-IT" dirty="0"/>
              <a:t>Le QSVM addestrabili superano quelle classiche</a:t>
            </a:r>
          </a:p>
        </p:txBody>
      </p:sp>
      <p:sp>
        <p:nvSpPr>
          <p:cNvPr id="11" name="Google Shape;1461;p83">
            <a:extLst>
              <a:ext uri="{FF2B5EF4-FFF2-40B4-BE49-F238E27FC236}">
                <a16:creationId xmlns:a16="http://schemas.microsoft.com/office/drawing/2014/main" id="{45A16AE5-D12C-431E-FB26-E0C2957F6897}"/>
              </a:ext>
            </a:extLst>
          </p:cNvPr>
          <p:cNvSpPr txBox="1">
            <a:spLocks/>
          </p:cNvSpPr>
          <p:nvPr/>
        </p:nvSpPr>
        <p:spPr>
          <a:xfrm flipH="1">
            <a:off x="1056065" y="4301225"/>
            <a:ext cx="79758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 b="0" i="0" u="none" strike="noStrike" cap="non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332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9">
          <a:extLst>
            <a:ext uri="{FF2B5EF4-FFF2-40B4-BE49-F238E27FC236}">
              <a16:creationId xmlns:a16="http://schemas.microsoft.com/office/drawing/2014/main" id="{3E968C78-F5A5-ACDC-AC4D-121A223D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104">
            <a:extLst>
              <a:ext uri="{FF2B5EF4-FFF2-40B4-BE49-F238E27FC236}">
                <a16:creationId xmlns:a16="http://schemas.microsoft.com/office/drawing/2014/main" id="{691BDFDE-3863-2AA1-FBC5-275C79FF0E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053820" y="1591054"/>
            <a:ext cx="7541540" cy="2599945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 dirty="0"/>
              <a:t>Grazie per l’attenzione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2456189"/>
      </p:ext>
    </p:extLst>
  </p:cSld>
  <p:clrMapOvr>
    <a:masterClrMapping/>
  </p:clrMapOvr>
</p:sld>
</file>

<file path=ppt/theme/theme1.xml><?xml version="1.0" encoding="utf-8"?>
<a:theme xmlns:a="http://schemas.openxmlformats.org/drawingml/2006/main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Presentazione su schermo (16:9)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2" baseType="lpstr">
      <vt:lpstr>Inter Medium</vt:lpstr>
      <vt:lpstr>Inter SemiBold</vt:lpstr>
      <vt:lpstr>Inter Light</vt:lpstr>
      <vt:lpstr>Roboto</vt:lpstr>
      <vt:lpstr>Cambria Math</vt:lpstr>
      <vt:lpstr>Arial</vt:lpstr>
      <vt:lpstr>Inter</vt:lpstr>
      <vt:lpstr>Gowun Batang</vt:lpstr>
      <vt:lpstr>BOARD MEETING</vt:lpstr>
      <vt:lpstr>Confronto tra SVM Classica e Quantistica con Kernel Fissi e Addestrabili </vt:lpstr>
      <vt:lpstr>Analizzare kernel fissi e kernel quantistici addestrabili</vt:lpstr>
      <vt:lpstr> </vt:lpstr>
      <vt:lpstr> </vt:lpstr>
      <vt:lpstr>150 campioni, 3 classi: Setosa, Versicolor, Virginica</vt:lpstr>
      <vt:lpstr>Normalizzazione con StandardScaler</vt:lpstr>
      <vt:lpstr>Modelli considerati</vt:lpstr>
      <vt:lpstr>SPSA (Simultaneous Perturbation Stochastic Approximation)</vt:lpstr>
      <vt:lpstr>F1-Score: media armonica di precision e recall</vt:lpstr>
      <vt:lpstr>Dataset senza rumore</vt:lpstr>
      <vt:lpstr>Dataset con rumore</vt:lpstr>
      <vt:lpstr>Trade-off elevato tra tempo di addestramento e accuracy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GIUSEPPE CUIURI</cp:lastModifiedBy>
  <cp:revision>3</cp:revision>
  <dcterms:modified xsi:type="dcterms:W3CDTF">2025-06-26T02:08:18Z</dcterms:modified>
</cp:coreProperties>
</file>